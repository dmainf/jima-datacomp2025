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725" r:id="rId1"/>
  </p:sldMasterIdLst>
  <p:notesMasterIdLst>
    <p:notesMasterId r:id="rId36"/>
  </p:notesMasterIdLst>
  <p:handoutMasterIdLst>
    <p:handoutMasterId r:id="rId37"/>
  </p:handoutMasterIdLst>
  <p:sldIdLst>
    <p:sldId id="256" r:id="rId2"/>
    <p:sldId id="308" r:id="rId3"/>
    <p:sldId id="309" r:id="rId4"/>
    <p:sldId id="272" r:id="rId5"/>
    <p:sldId id="273" r:id="rId6"/>
    <p:sldId id="292" r:id="rId7"/>
    <p:sldId id="280" r:id="rId8"/>
    <p:sldId id="284" r:id="rId9"/>
    <p:sldId id="287" r:id="rId10"/>
    <p:sldId id="281" r:id="rId11"/>
    <p:sldId id="303" r:id="rId12"/>
    <p:sldId id="305" r:id="rId13"/>
    <p:sldId id="306" r:id="rId14"/>
    <p:sldId id="278" r:id="rId15"/>
    <p:sldId id="279" r:id="rId16"/>
    <p:sldId id="310" r:id="rId17"/>
    <p:sldId id="307" r:id="rId18"/>
    <p:sldId id="274" r:id="rId19"/>
    <p:sldId id="276" r:id="rId20"/>
    <p:sldId id="297" r:id="rId21"/>
    <p:sldId id="282" r:id="rId22"/>
    <p:sldId id="283" r:id="rId23"/>
    <p:sldId id="294" r:id="rId24"/>
    <p:sldId id="295" r:id="rId25"/>
    <p:sldId id="296" r:id="rId26"/>
    <p:sldId id="304" r:id="rId27"/>
    <p:sldId id="311" r:id="rId28"/>
    <p:sldId id="285" r:id="rId29"/>
    <p:sldId id="293" r:id="rId30"/>
    <p:sldId id="300" r:id="rId31"/>
    <p:sldId id="286" r:id="rId32"/>
    <p:sldId id="288" r:id="rId33"/>
    <p:sldId id="290" r:id="rId34"/>
    <p:sldId id="289" r:id="rId35"/>
  </p:sldIdLst>
  <p:sldSz cx="9144000" cy="5143500" type="screen16x9"/>
  <p:notesSz cx="6858000" cy="9144000"/>
  <p:embeddedFontLst>
    <p:embeddedFont>
      <p:font typeface="ＭＳ Ｐゴシック" panose="020B0600070205080204" pitchFamily="34" charset="-128"/>
      <p:regular r:id="rId38"/>
    </p:embeddedFont>
    <p:embeddedFont>
      <p:font typeface="Consolas" panose="020B0609020204030204" pitchFamily="49" charset="0"/>
      <p:regular r:id="rId39"/>
      <p:bold r:id="rId40"/>
      <p:italic r:id="rId41"/>
      <p:boldItalic r:id="rId42"/>
    </p:embeddedFont>
    <p:embeddedFont>
      <p:font typeface="Lexend" pitchFamily="2" charset="77"/>
      <p:regular r:id="rId43"/>
      <p:bold r:id="rId44"/>
    </p:embeddedFont>
    <p:embeddedFont>
      <p:font typeface="Lexend SemiBold" pitchFamily="2" charset="77"/>
      <p:regular r:id="rId45"/>
      <p:bold r:id="rId4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2E20637-0AB7-88B4-EC39-09A55E2198D3}" v="129" dt="2025-12-09T07:29:22.517"/>
    <p1510:client id="{1308CE07-A98C-63D4-4417-92BD461D786C}" v="864" dt="2025-12-10T04:46:56.099"/>
    <p1510:client id="{1343542E-8C0A-FC31-97B3-ACCDE3E42C01}" v="1354" dt="2025-12-10T05:03:56.557"/>
    <p1510:client id="{21AFB111-C9A8-6D49-9D8F-087A028B85C0}" v="2354" dt="2025-12-10T04:52:55.647"/>
    <p1510:client id="{5A96F8CB-BFFD-D549-9DDA-F311FD06017A}" v="407" dt="2025-12-09T08:19:06.421"/>
    <p1510:client id="{79ADC4ED-DE46-C451-8118-92B4D5771E3B}" v="673" dt="2025-12-10T03:56:45.083"/>
    <p1510:client id="{9711E211-276B-2A1A-2758-85BF0C0F46EA}" v="437" vWet="438" dt="2025-12-09T05:16:25.81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927"/>
    <p:restoredTop sz="94639"/>
  </p:normalViewPr>
  <p:slideViewPr>
    <p:cSldViewPr snapToGrid="0">
      <p:cViewPr varScale="1">
        <p:scale>
          <a:sx n="163" d="100"/>
          <a:sy n="163" d="100"/>
        </p:scale>
        <p:origin x="200" y="50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2.fntdata"/><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5.fntdata"/><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handoutMaster" Target="handoutMasters/handoutMaster1.xml"/><Relationship Id="rId40" Type="http://schemas.openxmlformats.org/officeDocument/2006/relationships/font" Target="fonts/font3.fntdata"/><Relationship Id="rId45" Type="http://schemas.openxmlformats.org/officeDocument/2006/relationships/font" Target="fonts/font8.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7.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6.fntdata"/><Relationship Id="rId48" Type="http://schemas.openxmlformats.org/officeDocument/2006/relationships/viewProps" Target="viewProps.xml"/><Relationship Id="rId8" Type="http://schemas.openxmlformats.org/officeDocument/2006/relationships/slide" Target="slides/slide7.xml"/><Relationship Id="rId51" Type="http://schemas.microsoft.com/office/2015/10/relationships/revisionInfo" Target="revisionInfo.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font" Target="fonts/font1.fntdata"/><Relationship Id="rId46" Type="http://schemas.openxmlformats.org/officeDocument/2006/relationships/font" Target="fonts/font9.fntdata"/><Relationship Id="rId20" Type="http://schemas.openxmlformats.org/officeDocument/2006/relationships/slide" Target="slides/slide19.xml"/><Relationship Id="rId41" Type="http://schemas.openxmlformats.org/officeDocument/2006/relationships/font" Target="fonts/font4.fntdata"/><Relationship Id="rId1" Type="http://schemas.openxmlformats.org/officeDocument/2006/relationships/slideMaster" Target="slideMasters/slideMaster1.xml"/><Relationship Id="rId6" Type="http://schemas.openxmlformats.org/officeDocument/2006/relationships/slide" Target="slides/slide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C0936FB2-D101-979F-25B7-557E5D928B50}"/>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JP"/>
          </a:p>
        </p:txBody>
      </p:sp>
      <p:sp>
        <p:nvSpPr>
          <p:cNvPr id="3" name="Date Placeholder 2">
            <a:extLst>
              <a:ext uri="{FF2B5EF4-FFF2-40B4-BE49-F238E27FC236}">
                <a16:creationId xmlns:a16="http://schemas.microsoft.com/office/drawing/2014/main" id="{B4DEE2DC-C50E-368B-1F15-B98D2B07EEA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418C90E-B180-9A42-AFAC-97F2ADD117B2}" type="datetimeFigureOut">
              <a:rPr lang="en-JP" smtClean="0"/>
              <a:t>2025/12/14</a:t>
            </a:fld>
            <a:endParaRPr lang="en-JP"/>
          </a:p>
        </p:txBody>
      </p:sp>
      <p:sp>
        <p:nvSpPr>
          <p:cNvPr id="4" name="Footer Placeholder 3">
            <a:extLst>
              <a:ext uri="{FF2B5EF4-FFF2-40B4-BE49-F238E27FC236}">
                <a16:creationId xmlns:a16="http://schemas.microsoft.com/office/drawing/2014/main" id="{53BB8522-D644-B1EA-3625-D1559264A29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JP"/>
          </a:p>
        </p:txBody>
      </p:sp>
      <p:sp>
        <p:nvSpPr>
          <p:cNvPr id="5" name="Slide Number Placeholder 4">
            <a:extLst>
              <a:ext uri="{FF2B5EF4-FFF2-40B4-BE49-F238E27FC236}">
                <a16:creationId xmlns:a16="http://schemas.microsoft.com/office/drawing/2014/main" id="{06C67D34-B344-6F8F-DA05-E50E7630BE5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D068022C-C26F-E843-9D9A-895C2BC735DF}" type="slidenum">
              <a:rPr lang="en-JP" smtClean="0"/>
              <a:t>‹#›</a:t>
            </a:fld>
            <a:endParaRPr lang="en-JP"/>
          </a:p>
        </p:txBody>
      </p:sp>
    </p:spTree>
    <p:extLst>
      <p:ext uri="{BB962C8B-B14F-4D97-AF65-F5344CB8AC3E}">
        <p14:creationId xmlns:p14="http://schemas.microsoft.com/office/powerpoint/2010/main" val="84254352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2"/>
        <p:cNvGrpSpPr/>
        <p:nvPr/>
      </p:nvGrpSpPr>
      <p:grpSpPr>
        <a:xfrm>
          <a:off x="0" y="0"/>
          <a:ext cx="0" cy="0"/>
          <a:chOff x="0" y="0"/>
          <a:chExt cx="0" cy="0"/>
        </a:xfrm>
      </p:grpSpPr>
      <p:sp>
        <p:nvSpPr>
          <p:cNvPr id="773" name="Google Shape;773;g3ae651c4ec6_0_7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74" name="Google Shape;774;g3ae651c4ec6_0_7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84B57D-1C57-DD5B-55F6-C03B9669270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8D3901B-C013-7354-78E2-01B204A2A818}"/>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34C9C351-6AB8-AF55-B317-8F528772718B}"/>
              </a:ext>
            </a:extLst>
          </p:cNvPr>
          <p:cNvSpPr>
            <a:spLocks noGrp="1"/>
          </p:cNvSpPr>
          <p:nvPr>
            <p:ph type="body" idx="1"/>
          </p:nvPr>
        </p:nvSpPr>
        <p:spPr/>
        <p:txBody>
          <a:bodyPr/>
          <a:lstStyle/>
          <a:p>
            <a:endParaRPr lang="en-JP"/>
          </a:p>
        </p:txBody>
      </p:sp>
    </p:spTree>
    <p:extLst>
      <p:ext uri="{BB962C8B-B14F-4D97-AF65-F5344CB8AC3E}">
        <p14:creationId xmlns:p14="http://schemas.microsoft.com/office/powerpoint/2010/main" val="135318380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41CF98-58B1-5F38-190F-1E26A345099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CDB696E-B42A-1F2D-91F9-0367DD9A2C9C}"/>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382E26E3-003F-D537-84FD-20AF21C68135}"/>
              </a:ext>
            </a:extLst>
          </p:cNvPr>
          <p:cNvSpPr>
            <a:spLocks noGrp="1"/>
          </p:cNvSpPr>
          <p:nvPr>
            <p:ph type="body" idx="1"/>
          </p:nvPr>
        </p:nvSpPr>
        <p:spPr/>
        <p:txBody>
          <a:bodyPr/>
          <a:lstStyle/>
          <a:p>
            <a:endParaRPr lang="en-JP"/>
          </a:p>
        </p:txBody>
      </p:sp>
    </p:spTree>
    <p:extLst>
      <p:ext uri="{BB962C8B-B14F-4D97-AF65-F5344CB8AC3E}">
        <p14:creationId xmlns:p14="http://schemas.microsoft.com/office/powerpoint/2010/main" val="358628340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JP"/>
          </a:p>
        </p:txBody>
      </p:sp>
    </p:spTree>
    <p:extLst>
      <p:ext uri="{BB962C8B-B14F-4D97-AF65-F5344CB8AC3E}">
        <p14:creationId xmlns:p14="http://schemas.microsoft.com/office/powerpoint/2010/main" val="260682881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19DCA4-7DA4-E026-DEA4-F0463BFF843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E10E82C-CF10-9134-46F5-C9F32BC08F56}"/>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5505DB08-CAD7-ABC2-83DA-A09995E7A249}"/>
              </a:ext>
            </a:extLst>
          </p:cNvPr>
          <p:cNvSpPr>
            <a:spLocks noGrp="1"/>
          </p:cNvSpPr>
          <p:nvPr>
            <p:ph type="body" idx="1"/>
          </p:nvPr>
        </p:nvSpPr>
        <p:spPr/>
        <p:txBody>
          <a:bodyPr/>
          <a:lstStyle/>
          <a:p>
            <a:endParaRPr lang="en-JP"/>
          </a:p>
        </p:txBody>
      </p:sp>
    </p:spTree>
    <p:extLst>
      <p:ext uri="{BB962C8B-B14F-4D97-AF65-F5344CB8AC3E}">
        <p14:creationId xmlns:p14="http://schemas.microsoft.com/office/powerpoint/2010/main" val="213366641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352191-CCB9-0AF2-2D8B-31F470B9A31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D0CA90D-071A-F6FF-E37F-D3F9F597A0FA}"/>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D9E17805-72BD-A8D4-2960-12A5FEE8B074}"/>
              </a:ext>
            </a:extLst>
          </p:cNvPr>
          <p:cNvSpPr>
            <a:spLocks noGrp="1"/>
          </p:cNvSpPr>
          <p:nvPr>
            <p:ph type="body" idx="1"/>
          </p:nvPr>
        </p:nvSpPr>
        <p:spPr/>
        <p:txBody>
          <a:bodyPr/>
          <a:lstStyle/>
          <a:p>
            <a:endParaRPr lang="en-JP"/>
          </a:p>
        </p:txBody>
      </p:sp>
    </p:spTree>
    <p:extLst>
      <p:ext uri="{BB962C8B-B14F-4D97-AF65-F5344CB8AC3E}">
        <p14:creationId xmlns:p14="http://schemas.microsoft.com/office/powerpoint/2010/main" val="94974363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AA8A54-283B-DFC8-D7A4-A83B31608AE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D11DF17-771E-142B-9060-E14C7B9E5011}"/>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EFDB6277-63E6-C722-7DB3-02DF0BA5CF8F}"/>
              </a:ext>
            </a:extLst>
          </p:cNvPr>
          <p:cNvSpPr>
            <a:spLocks noGrp="1"/>
          </p:cNvSpPr>
          <p:nvPr>
            <p:ph type="body" idx="1"/>
          </p:nvPr>
        </p:nvSpPr>
        <p:spPr/>
        <p:txBody>
          <a:bodyPr/>
          <a:lstStyle/>
          <a:p>
            <a:endParaRPr lang="en-JP"/>
          </a:p>
        </p:txBody>
      </p:sp>
    </p:spTree>
    <p:extLst>
      <p:ext uri="{BB962C8B-B14F-4D97-AF65-F5344CB8AC3E}">
        <p14:creationId xmlns:p14="http://schemas.microsoft.com/office/powerpoint/2010/main" val="8533287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ED59BB-FCE5-E812-4ACE-19F4D28012A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E871421-6C52-A85B-900B-744A9D37802A}"/>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747FB7BC-EB2B-C027-6379-5281BD819A33}"/>
              </a:ext>
            </a:extLst>
          </p:cNvPr>
          <p:cNvSpPr>
            <a:spLocks noGrp="1"/>
          </p:cNvSpPr>
          <p:nvPr>
            <p:ph type="body" idx="1"/>
          </p:nvPr>
        </p:nvSpPr>
        <p:spPr/>
        <p:txBody>
          <a:bodyPr/>
          <a:lstStyle/>
          <a:p>
            <a:endParaRPr lang="en-JP"/>
          </a:p>
        </p:txBody>
      </p:sp>
    </p:spTree>
    <p:extLst>
      <p:ext uri="{BB962C8B-B14F-4D97-AF65-F5344CB8AC3E}">
        <p14:creationId xmlns:p14="http://schemas.microsoft.com/office/powerpoint/2010/main" val="310567452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C32E47-778E-0F18-0158-7D84B7A8EA7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9799A8-0E9D-8921-0482-C3676D9FA610}"/>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B4F324DB-AF3F-9D59-6024-1180AB41E422}"/>
              </a:ext>
            </a:extLst>
          </p:cNvPr>
          <p:cNvSpPr>
            <a:spLocks noGrp="1"/>
          </p:cNvSpPr>
          <p:nvPr>
            <p:ph type="body" idx="1"/>
          </p:nvPr>
        </p:nvSpPr>
        <p:spPr/>
        <p:txBody>
          <a:bodyPr/>
          <a:lstStyle/>
          <a:p>
            <a:endParaRPr lang="en-JP"/>
          </a:p>
        </p:txBody>
      </p:sp>
    </p:spTree>
    <p:extLst>
      <p:ext uri="{BB962C8B-B14F-4D97-AF65-F5344CB8AC3E}">
        <p14:creationId xmlns:p14="http://schemas.microsoft.com/office/powerpoint/2010/main" val="263815202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JP"/>
          </a:p>
        </p:txBody>
      </p:sp>
    </p:spTree>
    <p:extLst>
      <p:ext uri="{BB962C8B-B14F-4D97-AF65-F5344CB8AC3E}">
        <p14:creationId xmlns:p14="http://schemas.microsoft.com/office/powerpoint/2010/main" val="322674004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0BE995-980B-C9A8-0B70-164D9ACB1BA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AE1749-10E6-302A-6262-DAC757DC9139}"/>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56E52096-8AAA-7C97-3BDC-4149E0733214}"/>
              </a:ext>
            </a:extLst>
          </p:cNvPr>
          <p:cNvSpPr>
            <a:spLocks noGrp="1"/>
          </p:cNvSpPr>
          <p:nvPr>
            <p:ph type="body" idx="1"/>
          </p:nvPr>
        </p:nvSpPr>
        <p:spPr/>
        <p:txBody>
          <a:bodyPr/>
          <a:lstStyle/>
          <a:p>
            <a:endParaRPr lang="en-JP"/>
          </a:p>
        </p:txBody>
      </p:sp>
    </p:spTree>
    <p:extLst>
      <p:ext uri="{BB962C8B-B14F-4D97-AF65-F5344CB8AC3E}">
        <p14:creationId xmlns:p14="http://schemas.microsoft.com/office/powerpoint/2010/main" val="304074347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0EA5B2-B95C-F20A-C24C-442BD3F61D6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BC7656-72A7-C92F-06F0-5EB924137A18}"/>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077428BF-F438-7F04-EAA0-45A6F41A090C}"/>
              </a:ext>
            </a:extLst>
          </p:cNvPr>
          <p:cNvSpPr>
            <a:spLocks noGrp="1"/>
          </p:cNvSpPr>
          <p:nvPr>
            <p:ph type="body" idx="1"/>
          </p:nvPr>
        </p:nvSpPr>
        <p:spPr/>
        <p:txBody>
          <a:bodyPr/>
          <a:lstStyle/>
          <a:p>
            <a:endParaRPr lang="en-JP"/>
          </a:p>
        </p:txBody>
      </p:sp>
    </p:spTree>
    <p:extLst>
      <p:ext uri="{BB962C8B-B14F-4D97-AF65-F5344CB8AC3E}">
        <p14:creationId xmlns:p14="http://schemas.microsoft.com/office/powerpoint/2010/main" val="30176357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A9077F-5547-AE84-5A5B-4CF493A94C4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AB57C62-B46E-A76B-ADEB-5F80ED60F6EC}"/>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125B402A-0A51-3587-0830-35ADA2FB2E94}"/>
              </a:ext>
            </a:extLst>
          </p:cNvPr>
          <p:cNvSpPr>
            <a:spLocks noGrp="1"/>
          </p:cNvSpPr>
          <p:nvPr>
            <p:ph type="body" idx="1"/>
          </p:nvPr>
        </p:nvSpPr>
        <p:spPr/>
        <p:txBody>
          <a:bodyPr/>
          <a:lstStyle/>
          <a:p>
            <a:endParaRPr lang="en-JP"/>
          </a:p>
        </p:txBody>
      </p:sp>
    </p:spTree>
    <p:extLst>
      <p:ext uri="{BB962C8B-B14F-4D97-AF65-F5344CB8AC3E}">
        <p14:creationId xmlns:p14="http://schemas.microsoft.com/office/powerpoint/2010/main" val="425693437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03FA4A-2219-082C-4200-94F4EA4D8C9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7CE6817-2B8A-95B5-28BD-8E55E0E3F25D}"/>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0AF1B167-29A7-225D-1945-DED4ADE35516}"/>
              </a:ext>
            </a:extLst>
          </p:cNvPr>
          <p:cNvSpPr>
            <a:spLocks noGrp="1"/>
          </p:cNvSpPr>
          <p:nvPr>
            <p:ph type="body" idx="1"/>
          </p:nvPr>
        </p:nvSpPr>
        <p:spPr/>
        <p:txBody>
          <a:bodyPr/>
          <a:lstStyle/>
          <a:p>
            <a:endParaRPr lang="en-JP"/>
          </a:p>
        </p:txBody>
      </p:sp>
    </p:spTree>
    <p:extLst>
      <p:ext uri="{BB962C8B-B14F-4D97-AF65-F5344CB8AC3E}">
        <p14:creationId xmlns:p14="http://schemas.microsoft.com/office/powerpoint/2010/main" val="191596773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379ED5-34DE-50FC-E2F4-60D50E7A160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FD79329-8CF6-7124-FF7E-A12CD72A7E2C}"/>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5CFA19A6-372A-F072-0736-20D08BC8D031}"/>
              </a:ext>
            </a:extLst>
          </p:cNvPr>
          <p:cNvSpPr>
            <a:spLocks noGrp="1"/>
          </p:cNvSpPr>
          <p:nvPr>
            <p:ph type="body" idx="1"/>
          </p:nvPr>
        </p:nvSpPr>
        <p:spPr/>
        <p:txBody>
          <a:bodyPr/>
          <a:lstStyle/>
          <a:p>
            <a:endParaRPr lang="en-JP"/>
          </a:p>
        </p:txBody>
      </p:sp>
    </p:spTree>
    <p:extLst>
      <p:ext uri="{BB962C8B-B14F-4D97-AF65-F5344CB8AC3E}">
        <p14:creationId xmlns:p14="http://schemas.microsoft.com/office/powerpoint/2010/main" val="392331774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21FF10-3F5B-60A8-C885-8C6CA74ECFE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0F9BAD7-9655-2921-6BA7-17122C5BB936}"/>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C061AAC7-F862-E6F0-939B-5CD65690178E}"/>
              </a:ext>
            </a:extLst>
          </p:cNvPr>
          <p:cNvSpPr>
            <a:spLocks noGrp="1"/>
          </p:cNvSpPr>
          <p:nvPr>
            <p:ph type="body" idx="1"/>
          </p:nvPr>
        </p:nvSpPr>
        <p:spPr/>
        <p:txBody>
          <a:bodyPr/>
          <a:lstStyle/>
          <a:p>
            <a:endParaRPr lang="en-JP"/>
          </a:p>
        </p:txBody>
      </p:sp>
    </p:spTree>
    <p:extLst>
      <p:ext uri="{BB962C8B-B14F-4D97-AF65-F5344CB8AC3E}">
        <p14:creationId xmlns:p14="http://schemas.microsoft.com/office/powerpoint/2010/main" val="161528495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2FFFEF-A639-5FE8-2349-A7D0FC2D5E2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A3BB3F9-D25B-7658-74AA-13F8799D8EC5}"/>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CAB8D2B5-FC45-2AC4-9392-64B9CCE6BEC9}"/>
              </a:ext>
            </a:extLst>
          </p:cNvPr>
          <p:cNvSpPr>
            <a:spLocks noGrp="1"/>
          </p:cNvSpPr>
          <p:nvPr>
            <p:ph type="body" idx="1"/>
          </p:nvPr>
        </p:nvSpPr>
        <p:spPr/>
        <p:txBody>
          <a:bodyPr/>
          <a:lstStyle/>
          <a:p>
            <a:endParaRPr lang="en-JP"/>
          </a:p>
        </p:txBody>
      </p:sp>
    </p:spTree>
    <p:extLst>
      <p:ext uri="{BB962C8B-B14F-4D97-AF65-F5344CB8AC3E}">
        <p14:creationId xmlns:p14="http://schemas.microsoft.com/office/powerpoint/2010/main" val="251339711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3AF0CF-AA17-7049-875B-486D550BBA2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B71BA62-1E74-B0FF-8A7E-F134C10AB566}"/>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4DA5B460-2A56-1AE1-BA1A-F2B100DDD93F}"/>
              </a:ext>
            </a:extLst>
          </p:cNvPr>
          <p:cNvSpPr>
            <a:spLocks noGrp="1"/>
          </p:cNvSpPr>
          <p:nvPr>
            <p:ph type="body" idx="1"/>
          </p:nvPr>
        </p:nvSpPr>
        <p:spPr/>
        <p:txBody>
          <a:bodyPr/>
          <a:lstStyle/>
          <a:p>
            <a:endParaRPr lang="en-JP"/>
          </a:p>
        </p:txBody>
      </p:sp>
    </p:spTree>
    <p:extLst>
      <p:ext uri="{BB962C8B-B14F-4D97-AF65-F5344CB8AC3E}">
        <p14:creationId xmlns:p14="http://schemas.microsoft.com/office/powerpoint/2010/main" val="335290572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BCDED3-175D-52FE-9906-D50EE3F2FE9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50B727C-1AB4-8205-0669-8679877E5233}"/>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5EBF9D41-526B-7459-B665-24A57CDF8DB1}"/>
              </a:ext>
            </a:extLst>
          </p:cNvPr>
          <p:cNvSpPr>
            <a:spLocks noGrp="1"/>
          </p:cNvSpPr>
          <p:nvPr>
            <p:ph type="body" idx="1"/>
          </p:nvPr>
        </p:nvSpPr>
        <p:spPr/>
        <p:txBody>
          <a:bodyPr/>
          <a:lstStyle/>
          <a:p>
            <a:endParaRPr lang="en-JP"/>
          </a:p>
        </p:txBody>
      </p:sp>
    </p:spTree>
    <p:extLst>
      <p:ext uri="{BB962C8B-B14F-4D97-AF65-F5344CB8AC3E}">
        <p14:creationId xmlns:p14="http://schemas.microsoft.com/office/powerpoint/2010/main" val="113196967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F43F71-34A4-4A99-9E6D-B8CE4E4A983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5FE53A7-4272-901D-25FF-17F1A907E8A7}"/>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1B6C3CC5-B06A-7FD4-DAD3-BFB42F8EF8D3}"/>
              </a:ext>
            </a:extLst>
          </p:cNvPr>
          <p:cNvSpPr>
            <a:spLocks noGrp="1"/>
          </p:cNvSpPr>
          <p:nvPr>
            <p:ph type="body" idx="1"/>
          </p:nvPr>
        </p:nvSpPr>
        <p:spPr/>
        <p:txBody>
          <a:bodyPr/>
          <a:lstStyle/>
          <a:p>
            <a:endParaRPr lang="en-JP"/>
          </a:p>
        </p:txBody>
      </p:sp>
    </p:spTree>
    <p:extLst>
      <p:ext uri="{BB962C8B-B14F-4D97-AF65-F5344CB8AC3E}">
        <p14:creationId xmlns:p14="http://schemas.microsoft.com/office/powerpoint/2010/main" val="352085139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91829C-64C4-6D38-377D-3B781A59A57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B50FA7-7746-D843-ECEA-58463A71846B}"/>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C0C98496-E1BC-CF49-BFB7-B6A7D34CE680}"/>
              </a:ext>
            </a:extLst>
          </p:cNvPr>
          <p:cNvSpPr>
            <a:spLocks noGrp="1"/>
          </p:cNvSpPr>
          <p:nvPr>
            <p:ph type="body" idx="1"/>
          </p:nvPr>
        </p:nvSpPr>
        <p:spPr/>
        <p:txBody>
          <a:bodyPr/>
          <a:lstStyle/>
          <a:p>
            <a:endParaRPr lang="en-JP"/>
          </a:p>
        </p:txBody>
      </p:sp>
    </p:spTree>
    <p:extLst>
      <p:ext uri="{BB962C8B-B14F-4D97-AF65-F5344CB8AC3E}">
        <p14:creationId xmlns:p14="http://schemas.microsoft.com/office/powerpoint/2010/main" val="20339178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05A1AC-39A5-7BE6-1E1B-9CCE08969BC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A6C42E2-963B-F460-D474-B517D93F61D3}"/>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CFBFD688-B694-A693-032C-9FDC64010D62}"/>
              </a:ext>
            </a:extLst>
          </p:cNvPr>
          <p:cNvSpPr>
            <a:spLocks noGrp="1"/>
          </p:cNvSpPr>
          <p:nvPr>
            <p:ph type="body" idx="1"/>
          </p:nvPr>
        </p:nvSpPr>
        <p:spPr/>
        <p:txBody>
          <a:bodyPr/>
          <a:lstStyle/>
          <a:p>
            <a:endParaRPr lang="en-JP"/>
          </a:p>
        </p:txBody>
      </p:sp>
    </p:spTree>
    <p:extLst>
      <p:ext uri="{BB962C8B-B14F-4D97-AF65-F5344CB8AC3E}">
        <p14:creationId xmlns:p14="http://schemas.microsoft.com/office/powerpoint/2010/main" val="347217142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EBFE8C-8900-8152-FB40-FD16BC7709A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86DD2E7-5423-B118-F691-6D8CD802649E}"/>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8835297F-257E-3803-956A-5CA2923FFAEB}"/>
              </a:ext>
            </a:extLst>
          </p:cNvPr>
          <p:cNvSpPr>
            <a:spLocks noGrp="1"/>
          </p:cNvSpPr>
          <p:nvPr>
            <p:ph type="body" idx="1"/>
          </p:nvPr>
        </p:nvSpPr>
        <p:spPr/>
        <p:txBody>
          <a:bodyPr/>
          <a:lstStyle/>
          <a:p>
            <a:endParaRPr lang="en-JP"/>
          </a:p>
        </p:txBody>
      </p:sp>
    </p:spTree>
    <p:extLst>
      <p:ext uri="{BB962C8B-B14F-4D97-AF65-F5344CB8AC3E}">
        <p14:creationId xmlns:p14="http://schemas.microsoft.com/office/powerpoint/2010/main" val="119407487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D65A5F-7AA9-13D5-A4B0-E5776C1C01C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9B11C54-DEAB-6BD4-2142-0B776936558D}"/>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31497ED7-AF45-BCB8-C9F9-143913408DBC}"/>
              </a:ext>
            </a:extLst>
          </p:cNvPr>
          <p:cNvSpPr>
            <a:spLocks noGrp="1"/>
          </p:cNvSpPr>
          <p:nvPr>
            <p:ph type="body" idx="1"/>
          </p:nvPr>
        </p:nvSpPr>
        <p:spPr/>
        <p:txBody>
          <a:bodyPr/>
          <a:lstStyle/>
          <a:p>
            <a:endParaRPr lang="en-JP"/>
          </a:p>
        </p:txBody>
      </p:sp>
    </p:spTree>
    <p:extLst>
      <p:ext uri="{BB962C8B-B14F-4D97-AF65-F5344CB8AC3E}">
        <p14:creationId xmlns:p14="http://schemas.microsoft.com/office/powerpoint/2010/main" val="230896104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FBC313-5288-FABC-F942-45425FEF7A7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B0C6871-E15B-CB89-2F8A-7F5AA8152B99}"/>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C26E6882-B861-E243-DECF-993E9E942428}"/>
              </a:ext>
            </a:extLst>
          </p:cNvPr>
          <p:cNvSpPr>
            <a:spLocks noGrp="1"/>
          </p:cNvSpPr>
          <p:nvPr>
            <p:ph type="body" idx="1"/>
          </p:nvPr>
        </p:nvSpPr>
        <p:spPr/>
        <p:txBody>
          <a:bodyPr/>
          <a:lstStyle/>
          <a:p>
            <a:endParaRPr lang="en-JP"/>
          </a:p>
        </p:txBody>
      </p:sp>
    </p:spTree>
    <p:extLst>
      <p:ext uri="{BB962C8B-B14F-4D97-AF65-F5344CB8AC3E}">
        <p14:creationId xmlns:p14="http://schemas.microsoft.com/office/powerpoint/2010/main" val="108111982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0A42C4-506E-97E6-2F3E-2B042C0C1CD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2B6F711-A51E-CB3E-BEF4-6776C6D4DCF6}"/>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A86BDFD7-32CA-614D-A233-8A118BB144AB}"/>
              </a:ext>
            </a:extLst>
          </p:cNvPr>
          <p:cNvSpPr>
            <a:spLocks noGrp="1"/>
          </p:cNvSpPr>
          <p:nvPr>
            <p:ph type="body" idx="1"/>
          </p:nvPr>
        </p:nvSpPr>
        <p:spPr/>
        <p:txBody>
          <a:bodyPr/>
          <a:lstStyle/>
          <a:p>
            <a:endParaRPr lang="en-JP"/>
          </a:p>
        </p:txBody>
      </p:sp>
    </p:spTree>
    <p:extLst>
      <p:ext uri="{BB962C8B-B14F-4D97-AF65-F5344CB8AC3E}">
        <p14:creationId xmlns:p14="http://schemas.microsoft.com/office/powerpoint/2010/main" val="231449038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81A927-25FF-7CDE-8C44-CF0208D5CDE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538F99B-E5F4-C056-ED1A-08E8FDEB01FE}"/>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96178301-61D1-C9DE-4217-6A1D58460187}"/>
              </a:ext>
            </a:extLst>
          </p:cNvPr>
          <p:cNvSpPr>
            <a:spLocks noGrp="1"/>
          </p:cNvSpPr>
          <p:nvPr>
            <p:ph type="body" idx="1"/>
          </p:nvPr>
        </p:nvSpPr>
        <p:spPr/>
        <p:txBody>
          <a:bodyPr/>
          <a:lstStyle/>
          <a:p>
            <a:endParaRPr lang="en-JP"/>
          </a:p>
        </p:txBody>
      </p:sp>
    </p:spTree>
    <p:extLst>
      <p:ext uri="{BB962C8B-B14F-4D97-AF65-F5344CB8AC3E}">
        <p14:creationId xmlns:p14="http://schemas.microsoft.com/office/powerpoint/2010/main" val="58638670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9D2DC2-D024-AD8E-00F6-B37C991A0F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7C49B79-B0AB-ED45-A333-5D1342F0025E}"/>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F759D372-85DA-F62F-239D-DFFCAFC46A45}"/>
              </a:ext>
            </a:extLst>
          </p:cNvPr>
          <p:cNvSpPr>
            <a:spLocks noGrp="1"/>
          </p:cNvSpPr>
          <p:nvPr>
            <p:ph type="body" idx="1"/>
          </p:nvPr>
        </p:nvSpPr>
        <p:spPr/>
        <p:txBody>
          <a:bodyPr/>
          <a:lstStyle/>
          <a:p>
            <a:endParaRPr lang="en-JP"/>
          </a:p>
        </p:txBody>
      </p:sp>
    </p:spTree>
    <p:extLst>
      <p:ext uri="{BB962C8B-B14F-4D97-AF65-F5344CB8AC3E}">
        <p14:creationId xmlns:p14="http://schemas.microsoft.com/office/powerpoint/2010/main" val="367908434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9FBB7E-29BD-F942-3C0F-F17A9EEDA9E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18D9F84-1E9A-0512-053C-5AB2C1343F44}"/>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F9F9493A-C1C5-6B87-26B6-8073A4BF8BF2}"/>
              </a:ext>
            </a:extLst>
          </p:cNvPr>
          <p:cNvSpPr>
            <a:spLocks noGrp="1"/>
          </p:cNvSpPr>
          <p:nvPr>
            <p:ph type="body" idx="1"/>
          </p:nvPr>
        </p:nvSpPr>
        <p:spPr/>
        <p:txBody>
          <a:bodyPr/>
          <a:lstStyle/>
          <a:p>
            <a:endParaRPr lang="en-JP"/>
          </a:p>
        </p:txBody>
      </p:sp>
    </p:spTree>
    <p:extLst>
      <p:ext uri="{BB962C8B-B14F-4D97-AF65-F5344CB8AC3E}">
        <p14:creationId xmlns:p14="http://schemas.microsoft.com/office/powerpoint/2010/main" val="60396953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E1EC75-9522-7528-0E1F-B8436638250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A4EFB79-209D-1C94-2BAA-62EAA42D62DA}"/>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580F1A78-AA22-4E51-F690-1585924DBD58}"/>
              </a:ext>
            </a:extLst>
          </p:cNvPr>
          <p:cNvSpPr>
            <a:spLocks noGrp="1"/>
          </p:cNvSpPr>
          <p:nvPr>
            <p:ph type="body" idx="1"/>
          </p:nvPr>
        </p:nvSpPr>
        <p:spPr/>
        <p:txBody>
          <a:bodyPr/>
          <a:lstStyle/>
          <a:p>
            <a:endParaRPr lang="en-JP"/>
          </a:p>
        </p:txBody>
      </p:sp>
    </p:spTree>
    <p:extLst>
      <p:ext uri="{BB962C8B-B14F-4D97-AF65-F5344CB8AC3E}">
        <p14:creationId xmlns:p14="http://schemas.microsoft.com/office/powerpoint/2010/main" val="166379732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CF5112-3D6B-5A33-849F-144DFBC2A2C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7F14B9E-2029-193C-0573-8819E784401B}"/>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E3CB28B5-CB4F-1B32-6212-332AA41BE798}"/>
              </a:ext>
            </a:extLst>
          </p:cNvPr>
          <p:cNvSpPr>
            <a:spLocks noGrp="1"/>
          </p:cNvSpPr>
          <p:nvPr>
            <p:ph type="body" idx="1"/>
          </p:nvPr>
        </p:nvSpPr>
        <p:spPr/>
        <p:txBody>
          <a:bodyPr/>
          <a:lstStyle/>
          <a:p>
            <a:endParaRPr lang="en-JP"/>
          </a:p>
        </p:txBody>
      </p:sp>
    </p:spTree>
    <p:extLst>
      <p:ext uri="{BB962C8B-B14F-4D97-AF65-F5344CB8AC3E}">
        <p14:creationId xmlns:p14="http://schemas.microsoft.com/office/powerpoint/2010/main" val="403120879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A50A9D-B069-9E9A-1A38-DF597F382E1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60C13D3-0F4D-056C-F7AF-66791AA2E1C7}"/>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B7640F2E-0CB7-84B3-2DBD-1C5EAC3B788F}"/>
              </a:ext>
            </a:extLst>
          </p:cNvPr>
          <p:cNvSpPr>
            <a:spLocks noGrp="1"/>
          </p:cNvSpPr>
          <p:nvPr>
            <p:ph type="body" idx="1"/>
          </p:nvPr>
        </p:nvSpPr>
        <p:spPr/>
        <p:txBody>
          <a:bodyPr/>
          <a:lstStyle/>
          <a:p>
            <a:endParaRPr lang="en-JP"/>
          </a:p>
        </p:txBody>
      </p:sp>
    </p:spTree>
    <p:extLst>
      <p:ext uri="{BB962C8B-B14F-4D97-AF65-F5344CB8AC3E}">
        <p14:creationId xmlns:p14="http://schemas.microsoft.com/office/powerpoint/2010/main" val="292535711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BE24E1-FA30-AF36-6242-57958CBD3A4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46D71C1-B3F1-6421-F150-D19DC81EDADA}"/>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D7288FD1-9F91-A06D-F6E4-EEDBA5D9CCD3}"/>
              </a:ext>
            </a:extLst>
          </p:cNvPr>
          <p:cNvSpPr>
            <a:spLocks noGrp="1"/>
          </p:cNvSpPr>
          <p:nvPr>
            <p:ph type="body" idx="1"/>
          </p:nvPr>
        </p:nvSpPr>
        <p:spPr/>
        <p:txBody>
          <a:bodyPr/>
          <a:lstStyle/>
          <a:p>
            <a:endParaRPr lang="en-JP"/>
          </a:p>
        </p:txBody>
      </p:sp>
    </p:spTree>
    <p:extLst>
      <p:ext uri="{BB962C8B-B14F-4D97-AF65-F5344CB8AC3E}">
        <p14:creationId xmlns:p14="http://schemas.microsoft.com/office/powerpoint/2010/main" val="32182751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p:cSld name="1_Title slide">
    <p:spTree>
      <p:nvGrpSpPr>
        <p:cNvPr id="1" name="Shape 319"/>
        <p:cNvGrpSpPr/>
        <p:nvPr/>
      </p:nvGrpSpPr>
      <p:grpSpPr>
        <a:xfrm>
          <a:off x="0" y="0"/>
          <a:ext cx="0" cy="0"/>
          <a:chOff x="0" y="0"/>
          <a:chExt cx="0" cy="0"/>
        </a:xfrm>
      </p:grpSpPr>
      <p:sp>
        <p:nvSpPr>
          <p:cNvPr id="320" name="Google Shape;320;p40"/>
          <p:cNvSpPr/>
          <p:nvPr/>
        </p:nvSpPr>
        <p:spPr>
          <a:xfrm>
            <a:off x="643200" y="659425"/>
            <a:ext cx="3146400" cy="1091400"/>
          </a:xfrm>
          <a:prstGeom prst="rect">
            <a:avLst/>
          </a:prstGeom>
          <a:solidFill>
            <a:schemeClr val="accent3"/>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exend"/>
              <a:ea typeface="Lexend"/>
              <a:cs typeface="Lexend"/>
              <a:sym typeface="Lexend"/>
            </a:endParaRPr>
          </a:p>
        </p:txBody>
      </p:sp>
      <p:sp>
        <p:nvSpPr>
          <p:cNvPr id="321" name="Google Shape;321;p40"/>
          <p:cNvSpPr txBox="1">
            <a:spLocks noGrp="1"/>
          </p:cNvSpPr>
          <p:nvPr>
            <p:ph type="title"/>
          </p:nvPr>
        </p:nvSpPr>
        <p:spPr>
          <a:xfrm>
            <a:off x="671825" y="727744"/>
            <a:ext cx="3117600" cy="1201800"/>
          </a:xfrm>
          <a:prstGeom prst="rect">
            <a:avLst/>
          </a:prstGeom>
        </p:spPr>
        <p:txBody>
          <a:bodyPr spcFirstLastPara="1" wrap="square" lIns="91425" tIns="91425" rIns="91425" bIns="91425" anchor="t" anchorCtr="0">
            <a:normAutofit/>
          </a:bodyPr>
          <a:lstStyle>
            <a:lvl1pPr lvl="0">
              <a:spcBef>
                <a:spcPts val="0"/>
              </a:spcBef>
              <a:spcAft>
                <a:spcPts val="0"/>
              </a:spcAft>
              <a:buSzPts val="34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322" name="Google Shape;322;p40"/>
          <p:cNvSpPr/>
          <p:nvPr/>
        </p:nvSpPr>
        <p:spPr>
          <a:xfrm>
            <a:off x="2216400" y="1750725"/>
            <a:ext cx="4711200" cy="2187900"/>
          </a:xfrm>
          <a:prstGeom prst="rect">
            <a:avLst/>
          </a:prstGeom>
          <a:solidFill>
            <a:schemeClr val="lt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exend"/>
              <a:ea typeface="Lexend"/>
              <a:cs typeface="Lexend"/>
              <a:sym typeface="Lexend"/>
            </a:endParaRPr>
          </a:p>
        </p:txBody>
      </p:sp>
      <p:sp>
        <p:nvSpPr>
          <p:cNvPr id="323" name="Google Shape;323;p40"/>
          <p:cNvSpPr/>
          <p:nvPr/>
        </p:nvSpPr>
        <p:spPr>
          <a:xfrm>
            <a:off x="1686400" y="1750825"/>
            <a:ext cx="528900" cy="528900"/>
          </a:xfrm>
          <a:prstGeom prst="rect">
            <a:avLst/>
          </a:prstGeom>
          <a:solidFill>
            <a:schemeClr val="dk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exend"/>
              <a:ea typeface="Lexend"/>
              <a:cs typeface="Lexend"/>
              <a:sym typeface="Lexend"/>
            </a:endParaRPr>
          </a:p>
        </p:txBody>
      </p:sp>
      <p:sp>
        <p:nvSpPr>
          <p:cNvPr id="324" name="Google Shape;324;p40"/>
          <p:cNvSpPr/>
          <p:nvPr/>
        </p:nvSpPr>
        <p:spPr>
          <a:xfrm>
            <a:off x="6927600" y="2843900"/>
            <a:ext cx="528900" cy="1091400"/>
          </a:xfrm>
          <a:prstGeom prst="rect">
            <a:avLst/>
          </a:prstGeom>
          <a:solidFill>
            <a:schemeClr val="accen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exend"/>
              <a:ea typeface="Lexend"/>
              <a:cs typeface="Lexend"/>
              <a:sym typeface="Lexend"/>
            </a:endParaRPr>
          </a:p>
        </p:txBody>
      </p:sp>
      <p:sp>
        <p:nvSpPr>
          <p:cNvPr id="325" name="Google Shape;325;p40"/>
          <p:cNvSpPr txBox="1">
            <a:spLocks noGrp="1"/>
          </p:cNvSpPr>
          <p:nvPr>
            <p:ph type="title" idx="2"/>
          </p:nvPr>
        </p:nvSpPr>
        <p:spPr>
          <a:xfrm>
            <a:off x="2258050" y="1800075"/>
            <a:ext cx="4623900" cy="2219700"/>
          </a:xfrm>
          <a:prstGeom prst="rect">
            <a:avLst/>
          </a:prstGeom>
        </p:spPr>
        <p:txBody>
          <a:bodyPr spcFirstLastPara="1" wrap="square" lIns="91425" tIns="91425" rIns="91425" bIns="91425" anchor="t" anchorCtr="0">
            <a:normAutofit/>
          </a:bodyPr>
          <a:lstStyle>
            <a:lvl1pPr lvl="0">
              <a:spcBef>
                <a:spcPts val="0"/>
              </a:spcBef>
              <a:spcAft>
                <a:spcPts val="0"/>
              </a:spcAft>
              <a:buSzPts val="5400"/>
              <a:buNone/>
              <a:defRPr sz="5400"/>
            </a:lvl1pPr>
            <a:lvl2pPr lvl="1">
              <a:spcBef>
                <a:spcPts val="0"/>
              </a:spcBef>
              <a:spcAft>
                <a:spcPts val="0"/>
              </a:spcAft>
              <a:buSzPts val="5400"/>
              <a:buNone/>
              <a:defRPr sz="5400"/>
            </a:lvl2pPr>
            <a:lvl3pPr lvl="2">
              <a:spcBef>
                <a:spcPts val="0"/>
              </a:spcBef>
              <a:spcAft>
                <a:spcPts val="0"/>
              </a:spcAft>
              <a:buSzPts val="5400"/>
              <a:buNone/>
              <a:defRPr sz="5400"/>
            </a:lvl3pPr>
            <a:lvl4pPr lvl="3">
              <a:spcBef>
                <a:spcPts val="0"/>
              </a:spcBef>
              <a:spcAft>
                <a:spcPts val="0"/>
              </a:spcAft>
              <a:buSzPts val="5400"/>
              <a:buNone/>
              <a:defRPr sz="5400"/>
            </a:lvl4pPr>
            <a:lvl5pPr lvl="4">
              <a:spcBef>
                <a:spcPts val="0"/>
              </a:spcBef>
              <a:spcAft>
                <a:spcPts val="0"/>
              </a:spcAft>
              <a:buSzPts val="5400"/>
              <a:buNone/>
              <a:defRPr sz="5400"/>
            </a:lvl5pPr>
            <a:lvl6pPr lvl="5">
              <a:spcBef>
                <a:spcPts val="0"/>
              </a:spcBef>
              <a:spcAft>
                <a:spcPts val="0"/>
              </a:spcAft>
              <a:buSzPts val="5400"/>
              <a:buNone/>
              <a:defRPr sz="5400"/>
            </a:lvl6pPr>
            <a:lvl7pPr lvl="6">
              <a:spcBef>
                <a:spcPts val="0"/>
              </a:spcBef>
              <a:spcAft>
                <a:spcPts val="0"/>
              </a:spcAft>
              <a:buSzPts val="5400"/>
              <a:buNone/>
              <a:defRPr sz="5400"/>
            </a:lvl7pPr>
            <a:lvl8pPr lvl="7">
              <a:spcBef>
                <a:spcPts val="0"/>
              </a:spcBef>
              <a:spcAft>
                <a:spcPts val="0"/>
              </a:spcAft>
              <a:buSzPts val="5400"/>
              <a:buNone/>
              <a:defRPr sz="5400"/>
            </a:lvl8pPr>
            <a:lvl9pPr lvl="8">
              <a:spcBef>
                <a:spcPts val="0"/>
              </a:spcBef>
              <a:spcAft>
                <a:spcPts val="0"/>
              </a:spcAft>
              <a:buSzPts val="5400"/>
              <a:buNone/>
              <a:defRPr sz="5400"/>
            </a:lvl9pPr>
          </a:lstStyle>
          <a:p>
            <a:endParaRPr/>
          </a:p>
        </p:txBody>
      </p:sp>
      <p:sp>
        <p:nvSpPr>
          <p:cNvPr id="326" name="Google Shape;326;p40"/>
          <p:cNvSpPr/>
          <p:nvPr/>
        </p:nvSpPr>
        <p:spPr>
          <a:xfrm>
            <a:off x="8345421" y="4327957"/>
            <a:ext cx="489000" cy="502500"/>
          </a:xfrm>
          <a:prstGeom prst="rect">
            <a:avLst/>
          </a:prstGeom>
          <a:solidFill>
            <a:schemeClr val="dk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exend"/>
              <a:ea typeface="Lexend"/>
              <a:cs typeface="Lexend"/>
              <a:sym typeface="Lexend"/>
            </a:endParaRPr>
          </a:p>
        </p:txBody>
      </p:sp>
      <p:sp>
        <p:nvSpPr>
          <p:cNvPr id="327" name="Google Shape;327;p40"/>
          <p:cNvSpPr txBox="1">
            <a:spLocks noGrp="1"/>
          </p:cNvSpPr>
          <p:nvPr>
            <p:ph type="sldNum" idx="12"/>
          </p:nvPr>
        </p:nvSpPr>
        <p:spPr>
          <a:xfrm>
            <a:off x="8345421" y="4327957"/>
            <a:ext cx="489000" cy="502500"/>
          </a:xfrm>
          <a:prstGeom prst="rect">
            <a:avLst/>
          </a:prstGeom>
        </p:spPr>
        <p:txBody>
          <a:bodyPr spcFirstLastPara="1" wrap="square" lIns="91425" tIns="91425" rIns="91425" bIns="91425" anchor="ctr" anchorCtr="0">
            <a:noAutofit/>
          </a:bodyPr>
          <a:lstStyle>
            <a:lvl1pPr lvl="0" rtl="0">
              <a:buNone/>
              <a:defRPr>
                <a:solidFill>
                  <a:schemeClr val="dk1"/>
                </a:solidFill>
              </a:defRPr>
            </a:lvl1pPr>
            <a:lvl2pPr lvl="1" rtl="0">
              <a:buNone/>
              <a:defRPr>
                <a:solidFill>
                  <a:schemeClr val="dk1"/>
                </a:solidFill>
              </a:defRPr>
            </a:lvl2pPr>
            <a:lvl3pPr lvl="2" rtl="0">
              <a:buNone/>
              <a:defRPr>
                <a:solidFill>
                  <a:schemeClr val="dk1"/>
                </a:solidFill>
              </a:defRPr>
            </a:lvl3pPr>
            <a:lvl4pPr lvl="3" rtl="0">
              <a:buNone/>
              <a:defRPr>
                <a:solidFill>
                  <a:schemeClr val="dk1"/>
                </a:solidFill>
              </a:defRPr>
            </a:lvl4pPr>
            <a:lvl5pPr lvl="4" rtl="0">
              <a:buNone/>
              <a:defRPr>
                <a:solidFill>
                  <a:schemeClr val="dk1"/>
                </a:solidFill>
              </a:defRPr>
            </a:lvl5pPr>
            <a:lvl6pPr lvl="5" rtl="0">
              <a:buNone/>
              <a:defRPr>
                <a:solidFill>
                  <a:schemeClr val="dk1"/>
                </a:solidFill>
              </a:defRPr>
            </a:lvl6pPr>
            <a:lvl7pPr lvl="6" rtl="0">
              <a:buNone/>
              <a:defRPr>
                <a:solidFill>
                  <a:schemeClr val="dk1"/>
                </a:solidFill>
              </a:defRPr>
            </a:lvl7pPr>
            <a:lvl8pPr lvl="7" rtl="0">
              <a:buNone/>
              <a:defRPr>
                <a:solidFill>
                  <a:schemeClr val="dk1"/>
                </a:solidFill>
              </a:defRPr>
            </a:lvl8pPr>
            <a:lvl9pPr lvl="8" rtl="0">
              <a:buNone/>
              <a:defRPr>
                <a:solidFill>
                  <a:schemeClr val="dk1"/>
                </a:solidFill>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ig number">
  <p:cSld name="1_Big number">
    <p:spTree>
      <p:nvGrpSpPr>
        <p:cNvPr id="1" name="Shape 354"/>
        <p:cNvGrpSpPr/>
        <p:nvPr/>
      </p:nvGrpSpPr>
      <p:grpSpPr>
        <a:xfrm>
          <a:off x="0" y="0"/>
          <a:ext cx="0" cy="0"/>
          <a:chOff x="0" y="0"/>
          <a:chExt cx="0" cy="0"/>
        </a:xfrm>
      </p:grpSpPr>
      <p:sp>
        <p:nvSpPr>
          <p:cNvPr id="355" name="Google Shape;355;p43"/>
          <p:cNvSpPr/>
          <p:nvPr/>
        </p:nvSpPr>
        <p:spPr>
          <a:xfrm>
            <a:off x="3523325" y="2195625"/>
            <a:ext cx="4990200" cy="2385600"/>
          </a:xfrm>
          <a:prstGeom prst="rect">
            <a:avLst/>
          </a:prstGeom>
          <a:solidFill>
            <a:schemeClr val="accent3"/>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exend"/>
              <a:ea typeface="Lexend"/>
              <a:cs typeface="Lexend"/>
              <a:sym typeface="Lexend"/>
            </a:endParaRPr>
          </a:p>
        </p:txBody>
      </p:sp>
      <p:sp>
        <p:nvSpPr>
          <p:cNvPr id="356" name="Google Shape;356;p43"/>
          <p:cNvSpPr/>
          <p:nvPr/>
        </p:nvSpPr>
        <p:spPr>
          <a:xfrm>
            <a:off x="1420210" y="2202200"/>
            <a:ext cx="2101800" cy="543300"/>
          </a:xfrm>
          <a:prstGeom prst="rect">
            <a:avLst/>
          </a:prstGeom>
          <a:solidFill>
            <a:schemeClr val="accen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exend"/>
              <a:ea typeface="Lexend"/>
              <a:cs typeface="Lexend"/>
              <a:sym typeface="Lexend"/>
            </a:endParaRPr>
          </a:p>
        </p:txBody>
      </p:sp>
      <p:sp>
        <p:nvSpPr>
          <p:cNvPr id="357" name="Google Shape;357;p43"/>
          <p:cNvSpPr/>
          <p:nvPr/>
        </p:nvSpPr>
        <p:spPr>
          <a:xfrm>
            <a:off x="378750" y="562250"/>
            <a:ext cx="3146100" cy="1639800"/>
          </a:xfrm>
          <a:prstGeom prst="rect">
            <a:avLst/>
          </a:prstGeom>
          <a:solidFill>
            <a:schemeClr val="accent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exend"/>
              <a:ea typeface="Lexend"/>
              <a:cs typeface="Lexend"/>
              <a:sym typeface="Lexend"/>
            </a:endParaRPr>
          </a:p>
        </p:txBody>
      </p:sp>
      <p:sp>
        <p:nvSpPr>
          <p:cNvPr id="358" name="Google Shape;358;p43"/>
          <p:cNvSpPr txBox="1">
            <a:spLocks noGrp="1"/>
          </p:cNvSpPr>
          <p:nvPr>
            <p:ph type="title"/>
          </p:nvPr>
        </p:nvSpPr>
        <p:spPr>
          <a:xfrm>
            <a:off x="378750" y="562250"/>
            <a:ext cx="3146100" cy="1639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7200"/>
              <a:buNone/>
              <a:defRPr sz="7200"/>
            </a:lvl1pPr>
            <a:lvl2pPr lvl="1" algn="ctr">
              <a:spcBef>
                <a:spcPts val="0"/>
              </a:spcBef>
              <a:spcAft>
                <a:spcPts val="0"/>
              </a:spcAft>
              <a:buSzPts val="2800"/>
              <a:buNone/>
              <a:defRPr/>
            </a:lvl2pPr>
            <a:lvl3pPr lvl="2" algn="ctr">
              <a:spcBef>
                <a:spcPts val="0"/>
              </a:spcBef>
              <a:spcAft>
                <a:spcPts val="0"/>
              </a:spcAft>
              <a:buSzPts val="2800"/>
              <a:buNone/>
              <a:defRPr/>
            </a:lvl3pPr>
            <a:lvl4pPr lvl="3" algn="ctr">
              <a:spcBef>
                <a:spcPts val="0"/>
              </a:spcBef>
              <a:spcAft>
                <a:spcPts val="0"/>
              </a:spcAft>
              <a:buSzPts val="2800"/>
              <a:buNone/>
              <a:defRPr/>
            </a:lvl4pPr>
            <a:lvl5pPr lvl="4" algn="ctr">
              <a:spcBef>
                <a:spcPts val="0"/>
              </a:spcBef>
              <a:spcAft>
                <a:spcPts val="0"/>
              </a:spcAft>
              <a:buSzPts val="2800"/>
              <a:buNone/>
              <a:defRPr/>
            </a:lvl5pPr>
            <a:lvl6pPr lvl="5" algn="ctr">
              <a:spcBef>
                <a:spcPts val="0"/>
              </a:spcBef>
              <a:spcAft>
                <a:spcPts val="0"/>
              </a:spcAft>
              <a:buSzPts val="2800"/>
              <a:buNone/>
              <a:defRPr/>
            </a:lvl6pPr>
            <a:lvl7pPr lvl="6" algn="ctr">
              <a:spcBef>
                <a:spcPts val="0"/>
              </a:spcBef>
              <a:spcAft>
                <a:spcPts val="0"/>
              </a:spcAft>
              <a:buSzPts val="2800"/>
              <a:buNone/>
              <a:defRPr/>
            </a:lvl7pPr>
            <a:lvl8pPr lvl="7" algn="ctr">
              <a:spcBef>
                <a:spcPts val="0"/>
              </a:spcBef>
              <a:spcAft>
                <a:spcPts val="0"/>
              </a:spcAft>
              <a:buSzPts val="2800"/>
              <a:buNone/>
              <a:defRPr/>
            </a:lvl8pPr>
            <a:lvl9pPr lvl="8" algn="ctr">
              <a:spcBef>
                <a:spcPts val="0"/>
              </a:spcBef>
              <a:spcAft>
                <a:spcPts val="0"/>
              </a:spcAft>
              <a:buSzPts val="2800"/>
              <a:buNone/>
              <a:defRPr/>
            </a:lvl9pPr>
          </a:lstStyle>
          <a:p>
            <a:endParaRPr/>
          </a:p>
        </p:txBody>
      </p:sp>
      <p:sp>
        <p:nvSpPr>
          <p:cNvPr id="359" name="Google Shape;359;p43"/>
          <p:cNvSpPr/>
          <p:nvPr/>
        </p:nvSpPr>
        <p:spPr>
          <a:xfrm>
            <a:off x="3523323" y="1654202"/>
            <a:ext cx="528900" cy="543300"/>
          </a:xfrm>
          <a:prstGeom prst="rect">
            <a:avLst/>
          </a:prstGeom>
          <a:solidFill>
            <a:schemeClr val="lt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exend"/>
              <a:ea typeface="Lexend"/>
              <a:cs typeface="Lexend"/>
              <a:sym typeface="Lexend"/>
            </a:endParaRPr>
          </a:p>
        </p:txBody>
      </p:sp>
      <p:sp>
        <p:nvSpPr>
          <p:cNvPr id="360" name="Google Shape;360;p43"/>
          <p:cNvSpPr txBox="1">
            <a:spLocks noGrp="1"/>
          </p:cNvSpPr>
          <p:nvPr>
            <p:ph type="body" idx="1"/>
          </p:nvPr>
        </p:nvSpPr>
        <p:spPr>
          <a:xfrm>
            <a:off x="3623075" y="2300000"/>
            <a:ext cx="4790700" cy="21840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
        <p:nvSpPr>
          <p:cNvPr id="361" name="Google Shape;361;p43"/>
          <p:cNvSpPr/>
          <p:nvPr/>
        </p:nvSpPr>
        <p:spPr>
          <a:xfrm>
            <a:off x="8345421" y="287925"/>
            <a:ext cx="489000" cy="502500"/>
          </a:xfrm>
          <a:prstGeom prst="rect">
            <a:avLst/>
          </a:prstGeom>
          <a:solidFill>
            <a:schemeClr val="dk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exend"/>
              <a:ea typeface="Lexend"/>
              <a:cs typeface="Lexend"/>
              <a:sym typeface="Lexend"/>
            </a:endParaRPr>
          </a:p>
        </p:txBody>
      </p:sp>
      <p:sp>
        <p:nvSpPr>
          <p:cNvPr id="362" name="Google Shape;362;p43"/>
          <p:cNvSpPr txBox="1">
            <a:spLocks noGrp="1"/>
          </p:cNvSpPr>
          <p:nvPr>
            <p:ph type="sldNum" idx="12"/>
          </p:nvPr>
        </p:nvSpPr>
        <p:spPr>
          <a:xfrm>
            <a:off x="8333701" y="298859"/>
            <a:ext cx="489000" cy="502500"/>
          </a:xfrm>
          <a:prstGeom prst="rect">
            <a:avLst/>
          </a:prstGeom>
        </p:spPr>
        <p:txBody>
          <a:bodyPr spcFirstLastPara="1" wrap="square" lIns="91425" tIns="91425" rIns="91425" bIns="91425" anchor="ctr" anchorCtr="0">
            <a:noAutofit/>
          </a:bodyPr>
          <a:lstStyle>
            <a:lvl1pPr lvl="0" rtl="0">
              <a:buNone/>
              <a:defRPr>
                <a:solidFill>
                  <a:schemeClr val="dk1"/>
                </a:solidFill>
              </a:defRPr>
            </a:lvl1pPr>
            <a:lvl2pPr lvl="1" rtl="0">
              <a:buNone/>
              <a:defRPr>
                <a:solidFill>
                  <a:schemeClr val="dk1"/>
                </a:solidFill>
              </a:defRPr>
            </a:lvl2pPr>
            <a:lvl3pPr lvl="2" rtl="0">
              <a:buNone/>
              <a:defRPr>
                <a:solidFill>
                  <a:schemeClr val="dk1"/>
                </a:solidFill>
              </a:defRPr>
            </a:lvl3pPr>
            <a:lvl4pPr lvl="3" rtl="0">
              <a:buNone/>
              <a:defRPr>
                <a:solidFill>
                  <a:schemeClr val="dk1"/>
                </a:solidFill>
              </a:defRPr>
            </a:lvl4pPr>
            <a:lvl5pPr lvl="4" rtl="0">
              <a:buNone/>
              <a:defRPr>
                <a:solidFill>
                  <a:schemeClr val="dk1"/>
                </a:solidFill>
              </a:defRPr>
            </a:lvl5pPr>
            <a:lvl6pPr lvl="5" rtl="0">
              <a:buNone/>
              <a:defRPr>
                <a:solidFill>
                  <a:schemeClr val="dk1"/>
                </a:solidFill>
              </a:defRPr>
            </a:lvl6pPr>
            <a:lvl7pPr lvl="6" rtl="0">
              <a:buNone/>
              <a:defRPr>
                <a:solidFill>
                  <a:schemeClr val="dk1"/>
                </a:solidFill>
              </a:defRPr>
            </a:lvl7pPr>
            <a:lvl8pPr lvl="7" rtl="0">
              <a:buNone/>
              <a:defRPr>
                <a:solidFill>
                  <a:schemeClr val="dk1"/>
                </a:solidFill>
              </a:defRPr>
            </a:lvl8pPr>
            <a:lvl9pPr lvl="8" rtl="0">
              <a:buNone/>
              <a:defRPr>
                <a:solidFill>
                  <a:schemeClr val="dk1"/>
                </a:solidFill>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Options Overview (5)">
  <p:cSld name="Options Overview (5)">
    <p:spTree>
      <p:nvGrpSpPr>
        <p:cNvPr id="1" name="Shape 371"/>
        <p:cNvGrpSpPr/>
        <p:nvPr/>
      </p:nvGrpSpPr>
      <p:grpSpPr>
        <a:xfrm>
          <a:off x="0" y="0"/>
          <a:ext cx="0" cy="0"/>
          <a:chOff x="0" y="0"/>
          <a:chExt cx="0" cy="0"/>
        </a:xfrm>
      </p:grpSpPr>
      <p:sp>
        <p:nvSpPr>
          <p:cNvPr id="372" name="Google Shape;372;p45"/>
          <p:cNvSpPr/>
          <p:nvPr/>
        </p:nvSpPr>
        <p:spPr>
          <a:xfrm>
            <a:off x="298300" y="1431975"/>
            <a:ext cx="1713600" cy="1890300"/>
          </a:xfrm>
          <a:prstGeom prst="rect">
            <a:avLst/>
          </a:prstGeom>
          <a:solidFill>
            <a:schemeClr val="accent3"/>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exend"/>
              <a:ea typeface="Lexend"/>
              <a:cs typeface="Lexend"/>
              <a:sym typeface="Lexend"/>
            </a:endParaRPr>
          </a:p>
        </p:txBody>
      </p:sp>
      <p:sp>
        <p:nvSpPr>
          <p:cNvPr id="373" name="Google Shape;373;p45"/>
          <p:cNvSpPr/>
          <p:nvPr/>
        </p:nvSpPr>
        <p:spPr>
          <a:xfrm>
            <a:off x="5431665" y="1431975"/>
            <a:ext cx="1713600" cy="1890300"/>
          </a:xfrm>
          <a:prstGeom prst="rect">
            <a:avLst/>
          </a:prstGeom>
          <a:solidFill>
            <a:schemeClr val="accent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exend"/>
              <a:ea typeface="Lexend"/>
              <a:cs typeface="Lexend"/>
              <a:sym typeface="Lexend"/>
            </a:endParaRPr>
          </a:p>
        </p:txBody>
      </p:sp>
      <p:sp>
        <p:nvSpPr>
          <p:cNvPr id="374" name="Google Shape;374;p45"/>
          <p:cNvSpPr/>
          <p:nvPr/>
        </p:nvSpPr>
        <p:spPr>
          <a:xfrm>
            <a:off x="7137667" y="1431975"/>
            <a:ext cx="1713600" cy="1890300"/>
          </a:xfrm>
          <a:prstGeom prst="rect">
            <a:avLst/>
          </a:prstGeom>
          <a:solidFill>
            <a:schemeClr val="accen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exend"/>
              <a:ea typeface="Lexend"/>
              <a:cs typeface="Lexend"/>
              <a:sym typeface="Lexend"/>
            </a:endParaRPr>
          </a:p>
        </p:txBody>
      </p:sp>
      <p:sp>
        <p:nvSpPr>
          <p:cNvPr id="375" name="Google Shape;375;p45"/>
          <p:cNvSpPr/>
          <p:nvPr/>
        </p:nvSpPr>
        <p:spPr>
          <a:xfrm>
            <a:off x="2011981" y="1431975"/>
            <a:ext cx="1713600" cy="1890300"/>
          </a:xfrm>
          <a:prstGeom prst="rect">
            <a:avLst/>
          </a:prstGeom>
          <a:solidFill>
            <a:schemeClr val="lt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exend"/>
              <a:ea typeface="Lexend"/>
              <a:cs typeface="Lexend"/>
              <a:sym typeface="Lexend"/>
            </a:endParaRPr>
          </a:p>
        </p:txBody>
      </p:sp>
      <p:sp>
        <p:nvSpPr>
          <p:cNvPr id="376" name="Google Shape;376;p45"/>
          <p:cNvSpPr/>
          <p:nvPr/>
        </p:nvSpPr>
        <p:spPr>
          <a:xfrm>
            <a:off x="3717983" y="1431975"/>
            <a:ext cx="1713600" cy="1890300"/>
          </a:xfrm>
          <a:prstGeom prst="rect">
            <a:avLst/>
          </a:prstGeom>
          <a:solidFill>
            <a:schemeClr val="dk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exend"/>
              <a:ea typeface="Lexend"/>
              <a:cs typeface="Lexend"/>
              <a:sym typeface="Lexend"/>
            </a:endParaRPr>
          </a:p>
        </p:txBody>
      </p:sp>
      <p:sp>
        <p:nvSpPr>
          <p:cNvPr id="377" name="Google Shape;377;p45"/>
          <p:cNvSpPr txBox="1">
            <a:spLocks noGrp="1"/>
          </p:cNvSpPr>
          <p:nvPr>
            <p:ph type="body" idx="1"/>
          </p:nvPr>
        </p:nvSpPr>
        <p:spPr>
          <a:xfrm>
            <a:off x="310891" y="1431975"/>
            <a:ext cx="1688400" cy="18903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
        <p:nvSpPr>
          <p:cNvPr id="378" name="Google Shape;378;p45"/>
          <p:cNvSpPr txBox="1">
            <a:spLocks noGrp="1"/>
          </p:cNvSpPr>
          <p:nvPr>
            <p:ph type="body" idx="2"/>
          </p:nvPr>
        </p:nvSpPr>
        <p:spPr>
          <a:xfrm>
            <a:off x="5444268" y="1431975"/>
            <a:ext cx="1688400" cy="18903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
        <p:nvSpPr>
          <p:cNvPr id="379" name="Google Shape;379;p45"/>
          <p:cNvSpPr txBox="1">
            <a:spLocks noGrp="1"/>
          </p:cNvSpPr>
          <p:nvPr>
            <p:ph type="body" idx="3"/>
          </p:nvPr>
        </p:nvSpPr>
        <p:spPr>
          <a:xfrm>
            <a:off x="7105524" y="1431975"/>
            <a:ext cx="1688400" cy="18903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
        <p:nvSpPr>
          <p:cNvPr id="380" name="Google Shape;380;p45"/>
          <p:cNvSpPr txBox="1">
            <a:spLocks noGrp="1"/>
          </p:cNvSpPr>
          <p:nvPr>
            <p:ph type="body" idx="4"/>
          </p:nvPr>
        </p:nvSpPr>
        <p:spPr>
          <a:xfrm>
            <a:off x="2037027" y="1431975"/>
            <a:ext cx="1688400" cy="18903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
        <p:nvSpPr>
          <p:cNvPr id="381" name="Google Shape;381;p45"/>
          <p:cNvSpPr txBox="1">
            <a:spLocks noGrp="1"/>
          </p:cNvSpPr>
          <p:nvPr>
            <p:ph type="body" idx="5"/>
          </p:nvPr>
        </p:nvSpPr>
        <p:spPr>
          <a:xfrm>
            <a:off x="3727958" y="1431975"/>
            <a:ext cx="1688400" cy="18903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
        <p:nvSpPr>
          <p:cNvPr id="382" name="Google Shape;382;p45"/>
          <p:cNvSpPr>
            <a:spLocks noGrp="1"/>
          </p:cNvSpPr>
          <p:nvPr>
            <p:ph type="pic" idx="6"/>
          </p:nvPr>
        </p:nvSpPr>
        <p:spPr>
          <a:xfrm>
            <a:off x="7137800" y="3322275"/>
            <a:ext cx="1713600" cy="1510200"/>
          </a:xfrm>
          <a:prstGeom prst="rect">
            <a:avLst/>
          </a:prstGeom>
          <a:noFill/>
          <a:ln w="19050" cap="flat" cmpd="sng">
            <a:solidFill>
              <a:schemeClr val="dk1"/>
            </a:solidFill>
            <a:prstDash val="solid"/>
            <a:round/>
            <a:headEnd type="none" w="sm" len="sm"/>
            <a:tailEnd type="none" w="sm" len="sm"/>
          </a:ln>
        </p:spPr>
        <p:txBody>
          <a:bodyPr/>
          <a:lstStyle/>
          <a:p>
            <a:endParaRPr lang="en-JP"/>
          </a:p>
        </p:txBody>
      </p:sp>
      <p:sp>
        <p:nvSpPr>
          <p:cNvPr id="383" name="Google Shape;383;p45"/>
          <p:cNvSpPr>
            <a:spLocks noGrp="1"/>
          </p:cNvSpPr>
          <p:nvPr>
            <p:ph type="pic" idx="7"/>
          </p:nvPr>
        </p:nvSpPr>
        <p:spPr>
          <a:xfrm>
            <a:off x="5427747" y="3322276"/>
            <a:ext cx="1708200" cy="1510200"/>
          </a:xfrm>
          <a:prstGeom prst="rect">
            <a:avLst/>
          </a:prstGeom>
          <a:noFill/>
          <a:ln w="19050" cap="flat" cmpd="sng">
            <a:solidFill>
              <a:schemeClr val="dk1"/>
            </a:solidFill>
            <a:prstDash val="solid"/>
            <a:round/>
            <a:headEnd type="none" w="sm" len="sm"/>
            <a:tailEnd type="none" w="sm" len="sm"/>
          </a:ln>
        </p:spPr>
        <p:txBody>
          <a:bodyPr/>
          <a:lstStyle/>
          <a:p>
            <a:endParaRPr lang="en-JP"/>
          </a:p>
        </p:txBody>
      </p:sp>
      <p:sp>
        <p:nvSpPr>
          <p:cNvPr id="384" name="Google Shape;384;p45"/>
          <p:cNvSpPr>
            <a:spLocks noGrp="1"/>
          </p:cNvSpPr>
          <p:nvPr>
            <p:ph type="pic" idx="8"/>
          </p:nvPr>
        </p:nvSpPr>
        <p:spPr>
          <a:xfrm>
            <a:off x="3723042" y="3322276"/>
            <a:ext cx="1708200" cy="1510200"/>
          </a:xfrm>
          <a:prstGeom prst="rect">
            <a:avLst/>
          </a:prstGeom>
          <a:noFill/>
          <a:ln w="19050" cap="flat" cmpd="sng">
            <a:solidFill>
              <a:schemeClr val="dk1"/>
            </a:solidFill>
            <a:prstDash val="solid"/>
            <a:round/>
            <a:headEnd type="none" w="sm" len="sm"/>
            <a:tailEnd type="none" w="sm" len="sm"/>
          </a:ln>
        </p:spPr>
        <p:txBody>
          <a:bodyPr/>
          <a:lstStyle/>
          <a:p>
            <a:endParaRPr lang="en-JP"/>
          </a:p>
        </p:txBody>
      </p:sp>
      <p:sp>
        <p:nvSpPr>
          <p:cNvPr id="385" name="Google Shape;385;p45"/>
          <p:cNvSpPr>
            <a:spLocks noGrp="1"/>
          </p:cNvSpPr>
          <p:nvPr>
            <p:ph type="pic" idx="9"/>
          </p:nvPr>
        </p:nvSpPr>
        <p:spPr>
          <a:xfrm>
            <a:off x="2011891" y="3322275"/>
            <a:ext cx="1728000" cy="1510200"/>
          </a:xfrm>
          <a:prstGeom prst="rect">
            <a:avLst/>
          </a:prstGeom>
          <a:noFill/>
          <a:ln w="19050" cap="flat" cmpd="sng">
            <a:solidFill>
              <a:schemeClr val="dk1"/>
            </a:solidFill>
            <a:prstDash val="solid"/>
            <a:round/>
            <a:headEnd type="none" w="sm" len="sm"/>
            <a:tailEnd type="none" w="sm" len="sm"/>
          </a:ln>
        </p:spPr>
        <p:txBody>
          <a:bodyPr/>
          <a:lstStyle/>
          <a:p>
            <a:endParaRPr lang="en-JP"/>
          </a:p>
        </p:txBody>
      </p:sp>
      <p:sp>
        <p:nvSpPr>
          <p:cNvPr id="386" name="Google Shape;386;p45"/>
          <p:cNvSpPr>
            <a:spLocks noGrp="1"/>
          </p:cNvSpPr>
          <p:nvPr>
            <p:ph type="pic" idx="13"/>
          </p:nvPr>
        </p:nvSpPr>
        <p:spPr>
          <a:xfrm>
            <a:off x="298300" y="3322275"/>
            <a:ext cx="1716000" cy="1510200"/>
          </a:xfrm>
          <a:prstGeom prst="rect">
            <a:avLst/>
          </a:prstGeom>
          <a:noFill/>
          <a:ln w="19050" cap="flat" cmpd="sng">
            <a:solidFill>
              <a:schemeClr val="dk1"/>
            </a:solidFill>
            <a:prstDash val="solid"/>
            <a:round/>
            <a:headEnd type="none" w="sm" len="sm"/>
            <a:tailEnd type="none" w="sm" len="sm"/>
          </a:ln>
        </p:spPr>
        <p:txBody>
          <a:bodyPr/>
          <a:lstStyle/>
          <a:p>
            <a:endParaRPr lang="en-JP"/>
          </a:p>
        </p:txBody>
      </p:sp>
      <p:sp>
        <p:nvSpPr>
          <p:cNvPr id="387" name="Google Shape;387;p45"/>
          <p:cNvSpPr/>
          <p:nvPr/>
        </p:nvSpPr>
        <p:spPr>
          <a:xfrm>
            <a:off x="8345421" y="287925"/>
            <a:ext cx="489000" cy="502500"/>
          </a:xfrm>
          <a:prstGeom prst="rect">
            <a:avLst/>
          </a:prstGeom>
          <a:solidFill>
            <a:schemeClr val="dk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exend"/>
              <a:ea typeface="Lexend"/>
              <a:cs typeface="Lexend"/>
              <a:sym typeface="Lexend"/>
            </a:endParaRPr>
          </a:p>
        </p:txBody>
      </p:sp>
      <p:sp>
        <p:nvSpPr>
          <p:cNvPr id="388" name="Google Shape;388;p45"/>
          <p:cNvSpPr txBox="1">
            <a:spLocks noGrp="1"/>
          </p:cNvSpPr>
          <p:nvPr>
            <p:ph type="sldNum" idx="12"/>
          </p:nvPr>
        </p:nvSpPr>
        <p:spPr>
          <a:xfrm>
            <a:off x="8333701" y="298859"/>
            <a:ext cx="489000" cy="502500"/>
          </a:xfrm>
          <a:prstGeom prst="rect">
            <a:avLst/>
          </a:prstGeom>
        </p:spPr>
        <p:txBody>
          <a:bodyPr spcFirstLastPara="1" wrap="square" lIns="91425" tIns="91425" rIns="91425" bIns="91425" anchor="ctr" anchorCtr="0">
            <a:noAutofit/>
          </a:bodyPr>
          <a:lstStyle>
            <a:lvl1pPr lvl="0" rtl="0">
              <a:buNone/>
              <a:defRPr>
                <a:solidFill>
                  <a:schemeClr val="dk1"/>
                </a:solidFill>
              </a:defRPr>
            </a:lvl1pPr>
            <a:lvl2pPr lvl="1" rtl="0">
              <a:buNone/>
              <a:defRPr>
                <a:solidFill>
                  <a:schemeClr val="dk1"/>
                </a:solidFill>
              </a:defRPr>
            </a:lvl2pPr>
            <a:lvl3pPr lvl="2" rtl="0">
              <a:buNone/>
              <a:defRPr>
                <a:solidFill>
                  <a:schemeClr val="dk1"/>
                </a:solidFill>
              </a:defRPr>
            </a:lvl3pPr>
            <a:lvl4pPr lvl="3" rtl="0">
              <a:buNone/>
              <a:defRPr>
                <a:solidFill>
                  <a:schemeClr val="dk1"/>
                </a:solidFill>
              </a:defRPr>
            </a:lvl4pPr>
            <a:lvl5pPr lvl="4" rtl="0">
              <a:buNone/>
              <a:defRPr>
                <a:solidFill>
                  <a:schemeClr val="dk1"/>
                </a:solidFill>
              </a:defRPr>
            </a:lvl5pPr>
            <a:lvl6pPr lvl="5" rtl="0">
              <a:buNone/>
              <a:defRPr>
                <a:solidFill>
                  <a:schemeClr val="dk1"/>
                </a:solidFill>
              </a:defRPr>
            </a:lvl6pPr>
            <a:lvl7pPr lvl="6" rtl="0">
              <a:buNone/>
              <a:defRPr>
                <a:solidFill>
                  <a:schemeClr val="dk1"/>
                </a:solidFill>
              </a:defRPr>
            </a:lvl7pPr>
            <a:lvl8pPr lvl="7" rtl="0">
              <a:buNone/>
              <a:defRPr>
                <a:solidFill>
                  <a:schemeClr val="dk1"/>
                </a:solidFill>
              </a:defRPr>
            </a:lvl8pPr>
            <a:lvl9pPr lvl="8" rtl="0">
              <a:buNone/>
              <a:defRPr>
                <a:solidFill>
                  <a:schemeClr val="dk1"/>
                </a:solidFill>
              </a:defRPr>
            </a:lvl9pPr>
          </a:lstStyle>
          <a:p>
            <a:pPr marL="0" lvl="0" indent="0" algn="ctr" rtl="0">
              <a:spcBef>
                <a:spcPts val="0"/>
              </a:spcBef>
              <a:spcAft>
                <a:spcPts val="0"/>
              </a:spcAft>
              <a:buNone/>
            </a:pPr>
            <a:fld id="{00000000-1234-1234-1234-123412341234}" type="slidenum">
              <a:rPr lang="en"/>
              <a:t>‹#›</a:t>
            </a:fld>
            <a:endParaRPr/>
          </a:p>
        </p:txBody>
      </p:sp>
      <p:sp>
        <p:nvSpPr>
          <p:cNvPr id="389" name="Google Shape;389;p45"/>
          <p:cNvSpPr/>
          <p:nvPr/>
        </p:nvSpPr>
        <p:spPr>
          <a:xfrm>
            <a:off x="298300" y="301050"/>
            <a:ext cx="4020300" cy="606600"/>
          </a:xfrm>
          <a:prstGeom prst="rect">
            <a:avLst/>
          </a:prstGeom>
          <a:solidFill>
            <a:schemeClr val="accent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exend"/>
              <a:ea typeface="Lexend"/>
              <a:cs typeface="Lexend"/>
              <a:sym typeface="Lexend"/>
            </a:endParaRPr>
          </a:p>
        </p:txBody>
      </p:sp>
      <p:sp>
        <p:nvSpPr>
          <p:cNvPr id="390" name="Google Shape;390;p45"/>
          <p:cNvSpPr txBox="1">
            <a:spLocks noGrp="1"/>
          </p:cNvSpPr>
          <p:nvPr>
            <p:ph type="title"/>
          </p:nvPr>
        </p:nvSpPr>
        <p:spPr>
          <a:xfrm>
            <a:off x="279178" y="338025"/>
            <a:ext cx="4039500" cy="675300"/>
          </a:xfrm>
          <a:prstGeom prst="rect">
            <a:avLst/>
          </a:prstGeom>
        </p:spPr>
        <p:txBody>
          <a:bodyPr spcFirstLastPara="1" wrap="square" lIns="91425" tIns="91425" rIns="91425" bIns="91425" anchor="t" anchorCtr="0">
            <a:normAutofit/>
          </a:bodyPr>
          <a:lstStyle>
            <a:lvl1pPr lvl="0">
              <a:spcBef>
                <a:spcPts val="0"/>
              </a:spcBef>
              <a:spcAft>
                <a:spcPts val="0"/>
              </a:spcAft>
              <a:buSzPts val="34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Tree>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Options Pros and Cons">
  <p:cSld name="Options Pros and Cons">
    <p:spTree>
      <p:nvGrpSpPr>
        <p:cNvPr id="1" name="Shape 469"/>
        <p:cNvGrpSpPr/>
        <p:nvPr/>
      </p:nvGrpSpPr>
      <p:grpSpPr>
        <a:xfrm>
          <a:off x="0" y="0"/>
          <a:ext cx="0" cy="0"/>
          <a:chOff x="0" y="0"/>
          <a:chExt cx="0" cy="0"/>
        </a:xfrm>
      </p:grpSpPr>
      <p:sp>
        <p:nvSpPr>
          <p:cNvPr id="470" name="Google Shape;470;p50"/>
          <p:cNvSpPr/>
          <p:nvPr/>
        </p:nvSpPr>
        <p:spPr>
          <a:xfrm>
            <a:off x="298286" y="2469752"/>
            <a:ext cx="2849400" cy="2367300"/>
          </a:xfrm>
          <a:prstGeom prst="rect">
            <a:avLst/>
          </a:prstGeom>
          <a:solidFill>
            <a:schemeClr val="accent3"/>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exend"/>
              <a:ea typeface="Lexend"/>
              <a:cs typeface="Lexend"/>
              <a:sym typeface="Lexend"/>
            </a:endParaRPr>
          </a:p>
        </p:txBody>
      </p:sp>
      <p:sp>
        <p:nvSpPr>
          <p:cNvPr id="471" name="Google Shape;471;p50"/>
          <p:cNvSpPr/>
          <p:nvPr/>
        </p:nvSpPr>
        <p:spPr>
          <a:xfrm>
            <a:off x="3148000" y="2469752"/>
            <a:ext cx="2849400" cy="2367300"/>
          </a:xfrm>
          <a:prstGeom prst="rect">
            <a:avLst/>
          </a:prstGeom>
          <a:solidFill>
            <a:schemeClr val="lt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exend"/>
              <a:ea typeface="Lexend"/>
              <a:cs typeface="Lexend"/>
              <a:sym typeface="Lexend"/>
            </a:endParaRPr>
          </a:p>
        </p:txBody>
      </p:sp>
      <p:sp>
        <p:nvSpPr>
          <p:cNvPr id="472" name="Google Shape;472;p50"/>
          <p:cNvSpPr/>
          <p:nvPr/>
        </p:nvSpPr>
        <p:spPr>
          <a:xfrm>
            <a:off x="5984943" y="2469752"/>
            <a:ext cx="2849400" cy="2367300"/>
          </a:xfrm>
          <a:prstGeom prst="rect">
            <a:avLst/>
          </a:prstGeom>
          <a:solidFill>
            <a:schemeClr val="dk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exend"/>
              <a:ea typeface="Lexend"/>
              <a:cs typeface="Lexend"/>
              <a:sym typeface="Lexend"/>
            </a:endParaRPr>
          </a:p>
        </p:txBody>
      </p:sp>
      <p:sp>
        <p:nvSpPr>
          <p:cNvPr id="473" name="Google Shape;473;p50"/>
          <p:cNvSpPr>
            <a:spLocks noGrp="1"/>
          </p:cNvSpPr>
          <p:nvPr>
            <p:ph type="pic" idx="2"/>
          </p:nvPr>
        </p:nvSpPr>
        <p:spPr>
          <a:xfrm>
            <a:off x="299192" y="1071125"/>
            <a:ext cx="2861400" cy="1401600"/>
          </a:xfrm>
          <a:prstGeom prst="rect">
            <a:avLst/>
          </a:prstGeom>
          <a:noFill/>
          <a:ln w="19050" cap="flat" cmpd="sng">
            <a:solidFill>
              <a:schemeClr val="dk1"/>
            </a:solidFill>
            <a:prstDash val="solid"/>
            <a:round/>
            <a:headEnd type="none" w="sm" len="sm"/>
            <a:tailEnd type="none" w="sm" len="sm"/>
          </a:ln>
        </p:spPr>
        <p:txBody>
          <a:bodyPr/>
          <a:lstStyle/>
          <a:p>
            <a:endParaRPr lang="en-JP"/>
          </a:p>
        </p:txBody>
      </p:sp>
      <p:sp>
        <p:nvSpPr>
          <p:cNvPr id="474" name="Google Shape;474;p50"/>
          <p:cNvSpPr>
            <a:spLocks noGrp="1"/>
          </p:cNvSpPr>
          <p:nvPr>
            <p:ph type="pic" idx="3"/>
          </p:nvPr>
        </p:nvSpPr>
        <p:spPr>
          <a:xfrm>
            <a:off x="3147675" y="1071125"/>
            <a:ext cx="2837100" cy="1401600"/>
          </a:xfrm>
          <a:prstGeom prst="rect">
            <a:avLst/>
          </a:prstGeom>
          <a:noFill/>
          <a:ln w="19050" cap="flat" cmpd="sng">
            <a:solidFill>
              <a:schemeClr val="dk1"/>
            </a:solidFill>
            <a:prstDash val="solid"/>
            <a:round/>
            <a:headEnd type="none" w="sm" len="sm"/>
            <a:tailEnd type="none" w="sm" len="sm"/>
          </a:ln>
        </p:spPr>
        <p:txBody>
          <a:bodyPr/>
          <a:lstStyle/>
          <a:p>
            <a:endParaRPr lang="en-JP"/>
          </a:p>
        </p:txBody>
      </p:sp>
      <p:sp>
        <p:nvSpPr>
          <p:cNvPr id="475" name="Google Shape;475;p50"/>
          <p:cNvSpPr>
            <a:spLocks noGrp="1"/>
          </p:cNvSpPr>
          <p:nvPr>
            <p:ph type="pic" idx="4"/>
          </p:nvPr>
        </p:nvSpPr>
        <p:spPr>
          <a:xfrm>
            <a:off x="5984750" y="1071125"/>
            <a:ext cx="2849400" cy="1401600"/>
          </a:xfrm>
          <a:prstGeom prst="rect">
            <a:avLst/>
          </a:prstGeom>
          <a:noFill/>
          <a:ln w="19050" cap="flat" cmpd="sng">
            <a:solidFill>
              <a:schemeClr val="dk1"/>
            </a:solidFill>
            <a:prstDash val="solid"/>
            <a:round/>
            <a:headEnd type="none" w="sm" len="sm"/>
            <a:tailEnd type="none" w="sm" len="sm"/>
          </a:ln>
        </p:spPr>
        <p:txBody>
          <a:bodyPr/>
          <a:lstStyle/>
          <a:p>
            <a:endParaRPr lang="en-JP"/>
          </a:p>
        </p:txBody>
      </p:sp>
      <p:sp>
        <p:nvSpPr>
          <p:cNvPr id="476" name="Google Shape;476;p50"/>
          <p:cNvSpPr txBox="1">
            <a:spLocks noGrp="1"/>
          </p:cNvSpPr>
          <p:nvPr>
            <p:ph type="subTitle" idx="1"/>
          </p:nvPr>
        </p:nvSpPr>
        <p:spPr>
          <a:xfrm>
            <a:off x="313140" y="2454080"/>
            <a:ext cx="2815500" cy="4245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7" name="Google Shape;477;p50"/>
          <p:cNvSpPr txBox="1">
            <a:spLocks noGrp="1"/>
          </p:cNvSpPr>
          <p:nvPr>
            <p:ph type="body" idx="5"/>
          </p:nvPr>
        </p:nvSpPr>
        <p:spPr>
          <a:xfrm>
            <a:off x="3157834" y="2811042"/>
            <a:ext cx="2815500" cy="4245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
        <p:nvSpPr>
          <p:cNvPr id="478" name="Google Shape;478;p50"/>
          <p:cNvSpPr txBox="1">
            <a:spLocks noGrp="1"/>
          </p:cNvSpPr>
          <p:nvPr>
            <p:ph type="body" idx="6"/>
          </p:nvPr>
        </p:nvSpPr>
        <p:spPr>
          <a:xfrm>
            <a:off x="6001839" y="2811042"/>
            <a:ext cx="2815500" cy="4245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
        <p:nvSpPr>
          <p:cNvPr id="479" name="Google Shape;479;p50"/>
          <p:cNvSpPr txBox="1">
            <a:spLocks noGrp="1"/>
          </p:cNvSpPr>
          <p:nvPr>
            <p:ph type="body" idx="7"/>
          </p:nvPr>
        </p:nvSpPr>
        <p:spPr>
          <a:xfrm>
            <a:off x="317282" y="2811042"/>
            <a:ext cx="2815500" cy="4245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
        <p:nvSpPr>
          <p:cNvPr id="480" name="Google Shape;480;p50"/>
          <p:cNvSpPr txBox="1">
            <a:spLocks noGrp="1"/>
          </p:cNvSpPr>
          <p:nvPr>
            <p:ph type="subTitle" idx="8"/>
          </p:nvPr>
        </p:nvSpPr>
        <p:spPr>
          <a:xfrm>
            <a:off x="3153692" y="2454080"/>
            <a:ext cx="2815500" cy="4245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81" name="Google Shape;481;p50"/>
          <p:cNvSpPr txBox="1">
            <a:spLocks noGrp="1"/>
          </p:cNvSpPr>
          <p:nvPr>
            <p:ph type="subTitle" idx="9"/>
          </p:nvPr>
        </p:nvSpPr>
        <p:spPr>
          <a:xfrm>
            <a:off x="5997697" y="2454080"/>
            <a:ext cx="2815500" cy="4245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82" name="Google Shape;482;p50"/>
          <p:cNvSpPr/>
          <p:nvPr/>
        </p:nvSpPr>
        <p:spPr>
          <a:xfrm>
            <a:off x="8345421" y="287925"/>
            <a:ext cx="489000" cy="502500"/>
          </a:xfrm>
          <a:prstGeom prst="rect">
            <a:avLst/>
          </a:prstGeom>
          <a:solidFill>
            <a:schemeClr val="dk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exend"/>
              <a:ea typeface="Lexend"/>
              <a:cs typeface="Lexend"/>
              <a:sym typeface="Lexend"/>
            </a:endParaRPr>
          </a:p>
        </p:txBody>
      </p:sp>
      <p:sp>
        <p:nvSpPr>
          <p:cNvPr id="483" name="Google Shape;483;p50"/>
          <p:cNvSpPr txBox="1">
            <a:spLocks noGrp="1"/>
          </p:cNvSpPr>
          <p:nvPr>
            <p:ph type="sldNum" idx="12"/>
          </p:nvPr>
        </p:nvSpPr>
        <p:spPr>
          <a:xfrm>
            <a:off x="8333701" y="298859"/>
            <a:ext cx="489000" cy="502500"/>
          </a:xfrm>
          <a:prstGeom prst="rect">
            <a:avLst/>
          </a:prstGeom>
        </p:spPr>
        <p:txBody>
          <a:bodyPr spcFirstLastPara="1" wrap="square" lIns="91425" tIns="91425" rIns="91425" bIns="91425" anchor="ctr" anchorCtr="0">
            <a:noAutofit/>
          </a:bodyPr>
          <a:lstStyle>
            <a:lvl1pPr lvl="0" rtl="0">
              <a:buNone/>
              <a:defRPr>
                <a:solidFill>
                  <a:schemeClr val="dk1"/>
                </a:solidFill>
              </a:defRPr>
            </a:lvl1pPr>
            <a:lvl2pPr lvl="1" rtl="0">
              <a:buNone/>
              <a:defRPr>
                <a:solidFill>
                  <a:schemeClr val="dk1"/>
                </a:solidFill>
              </a:defRPr>
            </a:lvl2pPr>
            <a:lvl3pPr lvl="2" rtl="0">
              <a:buNone/>
              <a:defRPr>
                <a:solidFill>
                  <a:schemeClr val="dk1"/>
                </a:solidFill>
              </a:defRPr>
            </a:lvl3pPr>
            <a:lvl4pPr lvl="3" rtl="0">
              <a:buNone/>
              <a:defRPr>
                <a:solidFill>
                  <a:schemeClr val="dk1"/>
                </a:solidFill>
              </a:defRPr>
            </a:lvl4pPr>
            <a:lvl5pPr lvl="4" rtl="0">
              <a:buNone/>
              <a:defRPr>
                <a:solidFill>
                  <a:schemeClr val="dk1"/>
                </a:solidFill>
              </a:defRPr>
            </a:lvl5pPr>
            <a:lvl6pPr lvl="5" rtl="0">
              <a:buNone/>
              <a:defRPr>
                <a:solidFill>
                  <a:schemeClr val="dk1"/>
                </a:solidFill>
              </a:defRPr>
            </a:lvl6pPr>
            <a:lvl7pPr lvl="6" rtl="0">
              <a:buNone/>
              <a:defRPr>
                <a:solidFill>
                  <a:schemeClr val="dk1"/>
                </a:solidFill>
              </a:defRPr>
            </a:lvl7pPr>
            <a:lvl8pPr lvl="7" rtl="0">
              <a:buNone/>
              <a:defRPr>
                <a:solidFill>
                  <a:schemeClr val="dk1"/>
                </a:solidFill>
              </a:defRPr>
            </a:lvl8pPr>
            <a:lvl9pPr lvl="8" rtl="0">
              <a:buNone/>
              <a:defRPr>
                <a:solidFill>
                  <a:schemeClr val="dk1"/>
                </a:solidFill>
              </a:defRPr>
            </a:lvl9pPr>
          </a:lstStyle>
          <a:p>
            <a:pPr marL="0" lvl="0" indent="0" algn="ctr" rtl="0">
              <a:spcBef>
                <a:spcPts val="0"/>
              </a:spcBef>
              <a:spcAft>
                <a:spcPts val="0"/>
              </a:spcAft>
              <a:buNone/>
            </a:pPr>
            <a:fld id="{00000000-1234-1234-1234-123412341234}" type="slidenum">
              <a:rPr lang="en"/>
              <a:t>‹#›</a:t>
            </a:fld>
            <a:endParaRPr/>
          </a:p>
        </p:txBody>
      </p:sp>
      <p:sp>
        <p:nvSpPr>
          <p:cNvPr id="484" name="Google Shape;484;p50"/>
          <p:cNvSpPr/>
          <p:nvPr/>
        </p:nvSpPr>
        <p:spPr>
          <a:xfrm>
            <a:off x="298300" y="301050"/>
            <a:ext cx="5585100" cy="606600"/>
          </a:xfrm>
          <a:prstGeom prst="rect">
            <a:avLst/>
          </a:prstGeom>
          <a:solidFill>
            <a:schemeClr val="accent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exend"/>
              <a:ea typeface="Lexend"/>
              <a:cs typeface="Lexend"/>
              <a:sym typeface="Lexend"/>
            </a:endParaRPr>
          </a:p>
        </p:txBody>
      </p:sp>
      <p:sp>
        <p:nvSpPr>
          <p:cNvPr id="485" name="Google Shape;485;p50"/>
          <p:cNvSpPr txBox="1">
            <a:spLocks noGrp="1"/>
          </p:cNvSpPr>
          <p:nvPr>
            <p:ph type="title"/>
          </p:nvPr>
        </p:nvSpPr>
        <p:spPr>
          <a:xfrm>
            <a:off x="279185" y="338025"/>
            <a:ext cx="5562300" cy="675300"/>
          </a:xfrm>
          <a:prstGeom prst="rect">
            <a:avLst/>
          </a:prstGeom>
        </p:spPr>
        <p:txBody>
          <a:bodyPr spcFirstLastPara="1" wrap="square" lIns="91425" tIns="91425" rIns="91425" bIns="91425" anchor="t" anchorCtr="0">
            <a:normAutofit/>
          </a:bodyPr>
          <a:lstStyle>
            <a:lvl1pPr lvl="0">
              <a:spcBef>
                <a:spcPts val="0"/>
              </a:spcBef>
              <a:spcAft>
                <a:spcPts val="0"/>
              </a:spcAft>
              <a:buSzPts val="34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Tree>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One column text">
  <p:cSld name="1_One column text">
    <p:spTree>
      <p:nvGrpSpPr>
        <p:cNvPr id="1" name="Shape 506"/>
        <p:cNvGrpSpPr/>
        <p:nvPr/>
      </p:nvGrpSpPr>
      <p:grpSpPr>
        <a:xfrm>
          <a:off x="0" y="0"/>
          <a:ext cx="0" cy="0"/>
          <a:chOff x="0" y="0"/>
          <a:chExt cx="0" cy="0"/>
        </a:xfrm>
      </p:grpSpPr>
      <p:sp>
        <p:nvSpPr>
          <p:cNvPr id="507" name="Google Shape;507;p53"/>
          <p:cNvSpPr/>
          <p:nvPr/>
        </p:nvSpPr>
        <p:spPr>
          <a:xfrm>
            <a:off x="298300" y="1213300"/>
            <a:ext cx="5646900" cy="3260400"/>
          </a:xfrm>
          <a:prstGeom prst="rect">
            <a:avLst/>
          </a:prstGeom>
          <a:solidFill>
            <a:schemeClr val="dk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exend"/>
              <a:ea typeface="Lexend"/>
              <a:cs typeface="Lexend"/>
              <a:sym typeface="Lexend"/>
            </a:endParaRPr>
          </a:p>
        </p:txBody>
      </p:sp>
      <p:sp>
        <p:nvSpPr>
          <p:cNvPr id="508" name="Google Shape;508;p53"/>
          <p:cNvSpPr txBox="1">
            <a:spLocks noGrp="1"/>
          </p:cNvSpPr>
          <p:nvPr>
            <p:ph type="body" idx="1"/>
          </p:nvPr>
        </p:nvSpPr>
        <p:spPr>
          <a:xfrm>
            <a:off x="298300" y="1370375"/>
            <a:ext cx="5646900" cy="29229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
        <p:nvSpPr>
          <p:cNvPr id="509" name="Google Shape;509;p53"/>
          <p:cNvSpPr/>
          <p:nvPr/>
        </p:nvSpPr>
        <p:spPr>
          <a:xfrm>
            <a:off x="8345421" y="287925"/>
            <a:ext cx="489000" cy="502500"/>
          </a:xfrm>
          <a:prstGeom prst="rect">
            <a:avLst/>
          </a:prstGeom>
          <a:solidFill>
            <a:schemeClr val="dk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exend"/>
              <a:ea typeface="Lexend"/>
              <a:cs typeface="Lexend"/>
              <a:sym typeface="Lexend"/>
            </a:endParaRPr>
          </a:p>
        </p:txBody>
      </p:sp>
      <p:sp>
        <p:nvSpPr>
          <p:cNvPr id="510" name="Google Shape;510;p53"/>
          <p:cNvSpPr txBox="1">
            <a:spLocks noGrp="1"/>
          </p:cNvSpPr>
          <p:nvPr>
            <p:ph type="sldNum" idx="12"/>
          </p:nvPr>
        </p:nvSpPr>
        <p:spPr>
          <a:xfrm>
            <a:off x="8333701" y="298859"/>
            <a:ext cx="489000" cy="502500"/>
          </a:xfrm>
          <a:prstGeom prst="rect">
            <a:avLst/>
          </a:prstGeom>
        </p:spPr>
        <p:txBody>
          <a:bodyPr spcFirstLastPara="1" wrap="square" lIns="91425" tIns="91425" rIns="91425" bIns="91425" anchor="ctr" anchorCtr="0">
            <a:noAutofit/>
          </a:bodyPr>
          <a:lstStyle>
            <a:lvl1pPr lvl="0" rtl="0">
              <a:buNone/>
              <a:defRPr>
                <a:solidFill>
                  <a:schemeClr val="dk1"/>
                </a:solidFill>
              </a:defRPr>
            </a:lvl1pPr>
            <a:lvl2pPr lvl="1" rtl="0">
              <a:buNone/>
              <a:defRPr>
                <a:solidFill>
                  <a:schemeClr val="dk1"/>
                </a:solidFill>
              </a:defRPr>
            </a:lvl2pPr>
            <a:lvl3pPr lvl="2" rtl="0">
              <a:buNone/>
              <a:defRPr>
                <a:solidFill>
                  <a:schemeClr val="dk1"/>
                </a:solidFill>
              </a:defRPr>
            </a:lvl3pPr>
            <a:lvl4pPr lvl="3" rtl="0">
              <a:buNone/>
              <a:defRPr>
                <a:solidFill>
                  <a:schemeClr val="dk1"/>
                </a:solidFill>
              </a:defRPr>
            </a:lvl4pPr>
            <a:lvl5pPr lvl="4" rtl="0">
              <a:buNone/>
              <a:defRPr>
                <a:solidFill>
                  <a:schemeClr val="dk1"/>
                </a:solidFill>
              </a:defRPr>
            </a:lvl5pPr>
            <a:lvl6pPr lvl="5" rtl="0">
              <a:buNone/>
              <a:defRPr>
                <a:solidFill>
                  <a:schemeClr val="dk1"/>
                </a:solidFill>
              </a:defRPr>
            </a:lvl6pPr>
            <a:lvl7pPr lvl="6" rtl="0">
              <a:buNone/>
              <a:defRPr>
                <a:solidFill>
                  <a:schemeClr val="dk1"/>
                </a:solidFill>
              </a:defRPr>
            </a:lvl7pPr>
            <a:lvl8pPr lvl="7" rtl="0">
              <a:buNone/>
              <a:defRPr>
                <a:solidFill>
                  <a:schemeClr val="dk1"/>
                </a:solidFill>
              </a:defRPr>
            </a:lvl8pPr>
            <a:lvl9pPr lvl="8" rtl="0">
              <a:buNone/>
              <a:defRPr>
                <a:solidFill>
                  <a:schemeClr val="dk1"/>
                </a:solidFill>
              </a:defRPr>
            </a:lvl9pPr>
          </a:lstStyle>
          <a:p>
            <a:pPr marL="0" lvl="0" indent="0" algn="ctr" rtl="0">
              <a:spcBef>
                <a:spcPts val="0"/>
              </a:spcBef>
              <a:spcAft>
                <a:spcPts val="0"/>
              </a:spcAft>
              <a:buNone/>
            </a:pPr>
            <a:fld id="{00000000-1234-1234-1234-123412341234}" type="slidenum">
              <a:rPr lang="en"/>
              <a:t>‹#›</a:t>
            </a:fld>
            <a:endParaRPr/>
          </a:p>
        </p:txBody>
      </p:sp>
      <p:sp>
        <p:nvSpPr>
          <p:cNvPr id="511" name="Google Shape;511;p53"/>
          <p:cNvSpPr/>
          <p:nvPr/>
        </p:nvSpPr>
        <p:spPr>
          <a:xfrm>
            <a:off x="298300" y="301050"/>
            <a:ext cx="5585100" cy="606600"/>
          </a:xfrm>
          <a:prstGeom prst="rect">
            <a:avLst/>
          </a:prstGeom>
          <a:solidFill>
            <a:schemeClr val="accen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exend"/>
              <a:ea typeface="Lexend"/>
              <a:cs typeface="Lexend"/>
              <a:sym typeface="Lexend"/>
            </a:endParaRPr>
          </a:p>
        </p:txBody>
      </p:sp>
      <p:sp>
        <p:nvSpPr>
          <p:cNvPr id="512" name="Google Shape;512;p53"/>
          <p:cNvSpPr txBox="1">
            <a:spLocks noGrp="1"/>
          </p:cNvSpPr>
          <p:nvPr>
            <p:ph type="title"/>
          </p:nvPr>
        </p:nvSpPr>
        <p:spPr>
          <a:xfrm>
            <a:off x="279185" y="338025"/>
            <a:ext cx="5562300" cy="675300"/>
          </a:xfrm>
          <a:prstGeom prst="rect">
            <a:avLst/>
          </a:prstGeom>
        </p:spPr>
        <p:txBody>
          <a:bodyPr spcFirstLastPara="1" wrap="square" lIns="91425" tIns="91425" rIns="91425" bIns="91425" anchor="t" anchorCtr="0">
            <a:normAutofit/>
          </a:bodyPr>
          <a:lstStyle>
            <a:lvl1pPr lvl="0">
              <a:spcBef>
                <a:spcPts val="0"/>
              </a:spcBef>
              <a:spcAft>
                <a:spcPts val="0"/>
              </a:spcAft>
              <a:buSzPts val="34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Tree>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p:cSld name="Blank">
    <p:spTree>
      <p:nvGrpSpPr>
        <p:cNvPr id="1" name="Shape 592"/>
        <p:cNvGrpSpPr/>
        <p:nvPr/>
      </p:nvGrpSpPr>
      <p:grpSpPr>
        <a:xfrm>
          <a:off x="0" y="0"/>
          <a:ext cx="0" cy="0"/>
          <a:chOff x="0" y="0"/>
          <a:chExt cx="0" cy="0"/>
        </a:xfrm>
      </p:grpSpPr>
    </p:spTree>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and two columns">
  <p:cSld name="1_Title and two columns">
    <p:spTree>
      <p:nvGrpSpPr>
        <p:cNvPr id="1" name="Shape 513"/>
        <p:cNvGrpSpPr/>
        <p:nvPr/>
      </p:nvGrpSpPr>
      <p:grpSpPr>
        <a:xfrm>
          <a:off x="0" y="0"/>
          <a:ext cx="0" cy="0"/>
          <a:chOff x="0" y="0"/>
          <a:chExt cx="0" cy="0"/>
        </a:xfrm>
      </p:grpSpPr>
      <p:sp>
        <p:nvSpPr>
          <p:cNvPr id="514" name="Google Shape;514;p54"/>
          <p:cNvSpPr/>
          <p:nvPr/>
        </p:nvSpPr>
        <p:spPr>
          <a:xfrm>
            <a:off x="298300" y="1213300"/>
            <a:ext cx="4078800" cy="3260400"/>
          </a:xfrm>
          <a:prstGeom prst="rect">
            <a:avLst/>
          </a:prstGeom>
          <a:solidFill>
            <a:schemeClr val="dk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exend"/>
              <a:ea typeface="Lexend"/>
              <a:cs typeface="Lexend"/>
              <a:sym typeface="Lexend"/>
            </a:endParaRPr>
          </a:p>
        </p:txBody>
      </p:sp>
      <p:sp>
        <p:nvSpPr>
          <p:cNvPr id="515" name="Google Shape;515;p54"/>
          <p:cNvSpPr txBox="1">
            <a:spLocks noGrp="1"/>
          </p:cNvSpPr>
          <p:nvPr>
            <p:ph type="body" idx="1"/>
          </p:nvPr>
        </p:nvSpPr>
        <p:spPr>
          <a:xfrm>
            <a:off x="298300" y="1370375"/>
            <a:ext cx="4036200" cy="29229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
        <p:nvSpPr>
          <p:cNvPr id="516" name="Google Shape;516;p54"/>
          <p:cNvSpPr/>
          <p:nvPr/>
        </p:nvSpPr>
        <p:spPr>
          <a:xfrm>
            <a:off x="4377100" y="1213300"/>
            <a:ext cx="4078800" cy="3260400"/>
          </a:xfrm>
          <a:prstGeom prst="rect">
            <a:avLst/>
          </a:prstGeom>
          <a:solidFill>
            <a:schemeClr val="accent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exend"/>
              <a:ea typeface="Lexend"/>
              <a:cs typeface="Lexend"/>
              <a:sym typeface="Lexend"/>
            </a:endParaRPr>
          </a:p>
        </p:txBody>
      </p:sp>
      <p:sp>
        <p:nvSpPr>
          <p:cNvPr id="517" name="Google Shape;517;p54"/>
          <p:cNvSpPr txBox="1">
            <a:spLocks noGrp="1"/>
          </p:cNvSpPr>
          <p:nvPr>
            <p:ph type="body" idx="2"/>
          </p:nvPr>
        </p:nvSpPr>
        <p:spPr>
          <a:xfrm>
            <a:off x="4377100" y="1370375"/>
            <a:ext cx="4036200" cy="29229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
        <p:nvSpPr>
          <p:cNvPr id="518" name="Google Shape;518;p54"/>
          <p:cNvSpPr/>
          <p:nvPr/>
        </p:nvSpPr>
        <p:spPr>
          <a:xfrm>
            <a:off x="8345421" y="287925"/>
            <a:ext cx="489000" cy="502500"/>
          </a:xfrm>
          <a:prstGeom prst="rect">
            <a:avLst/>
          </a:prstGeom>
          <a:solidFill>
            <a:schemeClr val="dk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exend"/>
              <a:ea typeface="Lexend"/>
              <a:cs typeface="Lexend"/>
              <a:sym typeface="Lexend"/>
            </a:endParaRPr>
          </a:p>
        </p:txBody>
      </p:sp>
      <p:sp>
        <p:nvSpPr>
          <p:cNvPr id="519" name="Google Shape;519;p54"/>
          <p:cNvSpPr txBox="1">
            <a:spLocks noGrp="1"/>
          </p:cNvSpPr>
          <p:nvPr>
            <p:ph type="sldNum" idx="12"/>
          </p:nvPr>
        </p:nvSpPr>
        <p:spPr>
          <a:xfrm>
            <a:off x="8333701" y="298859"/>
            <a:ext cx="489000" cy="502500"/>
          </a:xfrm>
          <a:prstGeom prst="rect">
            <a:avLst/>
          </a:prstGeom>
        </p:spPr>
        <p:txBody>
          <a:bodyPr spcFirstLastPara="1" wrap="square" lIns="91425" tIns="91425" rIns="91425" bIns="91425" anchor="ctr" anchorCtr="0">
            <a:noAutofit/>
          </a:bodyPr>
          <a:lstStyle>
            <a:lvl1pPr lvl="0" rtl="0">
              <a:buNone/>
              <a:defRPr>
                <a:solidFill>
                  <a:schemeClr val="dk1"/>
                </a:solidFill>
              </a:defRPr>
            </a:lvl1pPr>
            <a:lvl2pPr lvl="1" rtl="0">
              <a:buNone/>
              <a:defRPr>
                <a:solidFill>
                  <a:schemeClr val="dk1"/>
                </a:solidFill>
              </a:defRPr>
            </a:lvl2pPr>
            <a:lvl3pPr lvl="2" rtl="0">
              <a:buNone/>
              <a:defRPr>
                <a:solidFill>
                  <a:schemeClr val="dk1"/>
                </a:solidFill>
              </a:defRPr>
            </a:lvl3pPr>
            <a:lvl4pPr lvl="3" rtl="0">
              <a:buNone/>
              <a:defRPr>
                <a:solidFill>
                  <a:schemeClr val="dk1"/>
                </a:solidFill>
              </a:defRPr>
            </a:lvl4pPr>
            <a:lvl5pPr lvl="4" rtl="0">
              <a:buNone/>
              <a:defRPr>
                <a:solidFill>
                  <a:schemeClr val="dk1"/>
                </a:solidFill>
              </a:defRPr>
            </a:lvl5pPr>
            <a:lvl6pPr lvl="5" rtl="0">
              <a:buNone/>
              <a:defRPr>
                <a:solidFill>
                  <a:schemeClr val="dk1"/>
                </a:solidFill>
              </a:defRPr>
            </a:lvl6pPr>
            <a:lvl7pPr lvl="6" rtl="0">
              <a:buNone/>
              <a:defRPr>
                <a:solidFill>
                  <a:schemeClr val="dk1"/>
                </a:solidFill>
              </a:defRPr>
            </a:lvl7pPr>
            <a:lvl8pPr lvl="7" rtl="0">
              <a:buNone/>
              <a:defRPr>
                <a:solidFill>
                  <a:schemeClr val="dk1"/>
                </a:solidFill>
              </a:defRPr>
            </a:lvl8pPr>
            <a:lvl9pPr lvl="8" rtl="0">
              <a:buNone/>
              <a:defRPr>
                <a:solidFill>
                  <a:schemeClr val="dk1"/>
                </a:solidFill>
              </a:defRPr>
            </a:lvl9pPr>
          </a:lstStyle>
          <a:p>
            <a:pPr marL="0" lvl="0" indent="0" algn="ctr" rtl="0">
              <a:spcBef>
                <a:spcPts val="0"/>
              </a:spcBef>
              <a:spcAft>
                <a:spcPts val="0"/>
              </a:spcAft>
              <a:buNone/>
            </a:pPr>
            <a:fld id="{00000000-1234-1234-1234-123412341234}" type="slidenum">
              <a:rPr lang="en"/>
              <a:t>‹#›</a:t>
            </a:fld>
            <a:endParaRPr/>
          </a:p>
        </p:txBody>
      </p:sp>
      <p:sp>
        <p:nvSpPr>
          <p:cNvPr id="520" name="Google Shape;520;p54"/>
          <p:cNvSpPr/>
          <p:nvPr/>
        </p:nvSpPr>
        <p:spPr>
          <a:xfrm>
            <a:off x="298300" y="301050"/>
            <a:ext cx="5585100" cy="606600"/>
          </a:xfrm>
          <a:prstGeom prst="rect">
            <a:avLst/>
          </a:prstGeom>
          <a:solidFill>
            <a:schemeClr val="accen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exend"/>
              <a:ea typeface="Lexend"/>
              <a:cs typeface="Lexend"/>
              <a:sym typeface="Lexend"/>
            </a:endParaRPr>
          </a:p>
        </p:txBody>
      </p:sp>
      <p:sp>
        <p:nvSpPr>
          <p:cNvPr id="521" name="Google Shape;521;p54"/>
          <p:cNvSpPr txBox="1">
            <a:spLocks noGrp="1"/>
          </p:cNvSpPr>
          <p:nvPr>
            <p:ph type="title"/>
          </p:nvPr>
        </p:nvSpPr>
        <p:spPr>
          <a:xfrm>
            <a:off x="279185" y="338025"/>
            <a:ext cx="5562300" cy="675300"/>
          </a:xfrm>
          <a:prstGeom prst="rect">
            <a:avLst/>
          </a:prstGeom>
        </p:spPr>
        <p:txBody>
          <a:bodyPr spcFirstLastPara="1" wrap="square" lIns="91425" tIns="91425" rIns="91425" bIns="91425" anchor="t" anchorCtr="0">
            <a:normAutofit/>
          </a:bodyPr>
          <a:lstStyle>
            <a:lvl1pPr lvl="0">
              <a:spcBef>
                <a:spcPts val="0"/>
              </a:spcBef>
              <a:spcAft>
                <a:spcPts val="0"/>
              </a:spcAft>
              <a:buSzPts val="34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Tree>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593"/>
        <p:cNvGrpSpPr/>
        <p:nvPr/>
      </p:nvGrpSpPr>
      <p:grpSpPr>
        <a:xfrm>
          <a:off x="0" y="0"/>
          <a:ext cx="0" cy="0"/>
          <a:chOff x="0" y="0"/>
          <a:chExt cx="0" cy="0"/>
        </a:xfrm>
      </p:grpSpPr>
      <p:sp>
        <p:nvSpPr>
          <p:cNvPr id="594" name="Google Shape;594;p60"/>
          <p:cNvSpPr/>
          <p:nvPr/>
        </p:nvSpPr>
        <p:spPr>
          <a:xfrm>
            <a:off x="1822200" y="1536600"/>
            <a:ext cx="4986900" cy="1081200"/>
          </a:xfrm>
          <a:prstGeom prst="rect">
            <a:avLst/>
          </a:prstGeom>
          <a:solidFill>
            <a:schemeClr val="accen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exend"/>
              <a:ea typeface="Lexend"/>
              <a:cs typeface="Lexend"/>
              <a:sym typeface="Lexend"/>
            </a:endParaRPr>
          </a:p>
        </p:txBody>
      </p:sp>
      <p:sp>
        <p:nvSpPr>
          <p:cNvPr id="595" name="Google Shape;595;p60"/>
          <p:cNvSpPr txBox="1">
            <a:spLocks noGrp="1"/>
          </p:cNvSpPr>
          <p:nvPr>
            <p:ph type="title"/>
          </p:nvPr>
        </p:nvSpPr>
        <p:spPr>
          <a:xfrm>
            <a:off x="1822300" y="1548425"/>
            <a:ext cx="4986900" cy="710700"/>
          </a:xfrm>
          <a:prstGeom prst="rect">
            <a:avLst/>
          </a:prstGeom>
        </p:spPr>
        <p:txBody>
          <a:bodyPr spcFirstLastPara="1" wrap="square" lIns="91425" tIns="91425" rIns="91425" bIns="91425" anchor="t" anchorCtr="0">
            <a:normAutofit/>
          </a:bodyPr>
          <a:lstStyle>
            <a:lvl1pPr lvl="0">
              <a:spcBef>
                <a:spcPts val="0"/>
              </a:spcBef>
              <a:spcAft>
                <a:spcPts val="0"/>
              </a:spcAft>
              <a:buSzPts val="34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596" name="Google Shape;596;p60"/>
          <p:cNvSpPr/>
          <p:nvPr/>
        </p:nvSpPr>
        <p:spPr>
          <a:xfrm>
            <a:off x="4655406" y="2617800"/>
            <a:ext cx="2159400" cy="989100"/>
          </a:xfrm>
          <a:prstGeom prst="rect">
            <a:avLst/>
          </a:prstGeom>
          <a:solidFill>
            <a:schemeClr val="lt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exend"/>
              <a:ea typeface="Lexend"/>
              <a:cs typeface="Lexend"/>
              <a:sym typeface="Lexend"/>
            </a:endParaRPr>
          </a:p>
        </p:txBody>
      </p:sp>
      <p:sp>
        <p:nvSpPr>
          <p:cNvPr id="597" name="Google Shape;597;p60"/>
          <p:cNvSpPr txBox="1">
            <a:spLocks noGrp="1"/>
          </p:cNvSpPr>
          <p:nvPr>
            <p:ph type="subTitle" idx="1"/>
          </p:nvPr>
        </p:nvSpPr>
        <p:spPr>
          <a:xfrm>
            <a:off x="4649825" y="2625603"/>
            <a:ext cx="2159400" cy="4881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98" name="Google Shape;598;p60"/>
          <p:cNvSpPr/>
          <p:nvPr/>
        </p:nvSpPr>
        <p:spPr>
          <a:xfrm>
            <a:off x="8345421" y="287925"/>
            <a:ext cx="489000" cy="502500"/>
          </a:xfrm>
          <a:prstGeom prst="rect">
            <a:avLst/>
          </a:prstGeom>
          <a:solidFill>
            <a:schemeClr val="dk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exend"/>
              <a:ea typeface="Lexend"/>
              <a:cs typeface="Lexend"/>
              <a:sym typeface="Lexend"/>
            </a:endParaRPr>
          </a:p>
        </p:txBody>
      </p:sp>
      <p:sp>
        <p:nvSpPr>
          <p:cNvPr id="599" name="Google Shape;599;p60"/>
          <p:cNvSpPr txBox="1">
            <a:spLocks noGrp="1"/>
          </p:cNvSpPr>
          <p:nvPr>
            <p:ph type="sldNum" idx="12"/>
          </p:nvPr>
        </p:nvSpPr>
        <p:spPr>
          <a:xfrm>
            <a:off x="8333701" y="298859"/>
            <a:ext cx="489000" cy="502500"/>
          </a:xfrm>
          <a:prstGeom prst="rect">
            <a:avLst/>
          </a:prstGeom>
        </p:spPr>
        <p:txBody>
          <a:bodyPr spcFirstLastPara="1" wrap="square" lIns="91425" tIns="91425" rIns="91425" bIns="91425" anchor="ctr" anchorCtr="0">
            <a:noAutofit/>
          </a:bodyPr>
          <a:lstStyle>
            <a:lvl1pPr lvl="0" rtl="0">
              <a:buNone/>
              <a:defRPr>
                <a:solidFill>
                  <a:schemeClr val="dk1"/>
                </a:solidFill>
              </a:defRPr>
            </a:lvl1pPr>
            <a:lvl2pPr lvl="1" rtl="0">
              <a:buNone/>
              <a:defRPr>
                <a:solidFill>
                  <a:schemeClr val="dk1"/>
                </a:solidFill>
              </a:defRPr>
            </a:lvl2pPr>
            <a:lvl3pPr lvl="2" rtl="0">
              <a:buNone/>
              <a:defRPr>
                <a:solidFill>
                  <a:schemeClr val="dk1"/>
                </a:solidFill>
              </a:defRPr>
            </a:lvl3pPr>
            <a:lvl4pPr lvl="3" rtl="0">
              <a:buNone/>
              <a:defRPr>
                <a:solidFill>
                  <a:schemeClr val="dk1"/>
                </a:solidFill>
              </a:defRPr>
            </a:lvl4pPr>
            <a:lvl5pPr lvl="4" rtl="0">
              <a:buNone/>
              <a:defRPr>
                <a:solidFill>
                  <a:schemeClr val="dk1"/>
                </a:solidFill>
              </a:defRPr>
            </a:lvl5pPr>
            <a:lvl6pPr lvl="5" rtl="0">
              <a:buNone/>
              <a:defRPr>
                <a:solidFill>
                  <a:schemeClr val="dk1"/>
                </a:solidFill>
              </a:defRPr>
            </a:lvl6pPr>
            <a:lvl7pPr lvl="6" rtl="0">
              <a:buNone/>
              <a:defRPr>
                <a:solidFill>
                  <a:schemeClr val="dk1"/>
                </a:solidFill>
              </a:defRPr>
            </a:lvl7pPr>
            <a:lvl8pPr lvl="7" rtl="0">
              <a:buNone/>
              <a:defRPr>
                <a:solidFill>
                  <a:schemeClr val="dk1"/>
                </a:solidFill>
              </a:defRPr>
            </a:lvl8pPr>
            <a:lvl9pPr lvl="8" rtl="0">
              <a:buNone/>
              <a:defRPr>
                <a:solidFill>
                  <a:schemeClr val="dk1"/>
                </a:solidFill>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Section header">
  <p:cSld name="Section header">
    <p:spTree>
      <p:nvGrpSpPr>
        <p:cNvPr id="1" name="Shape 600"/>
        <p:cNvGrpSpPr/>
        <p:nvPr/>
      </p:nvGrpSpPr>
      <p:grpSpPr>
        <a:xfrm>
          <a:off x="0" y="0"/>
          <a:ext cx="0" cy="0"/>
          <a:chOff x="0" y="0"/>
          <a:chExt cx="0" cy="0"/>
        </a:xfrm>
      </p:grpSpPr>
      <p:sp>
        <p:nvSpPr>
          <p:cNvPr id="601" name="Google Shape;601;p61"/>
          <p:cNvSpPr/>
          <p:nvPr/>
        </p:nvSpPr>
        <p:spPr>
          <a:xfrm>
            <a:off x="1172300" y="1667975"/>
            <a:ext cx="5841600" cy="1639800"/>
          </a:xfrm>
          <a:prstGeom prst="rect">
            <a:avLst/>
          </a:prstGeom>
          <a:solidFill>
            <a:schemeClr val="accen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exend"/>
              <a:ea typeface="Lexend"/>
              <a:cs typeface="Lexend"/>
              <a:sym typeface="Lexend"/>
            </a:endParaRPr>
          </a:p>
        </p:txBody>
      </p:sp>
      <p:sp>
        <p:nvSpPr>
          <p:cNvPr id="602" name="Google Shape;602;p61"/>
          <p:cNvSpPr/>
          <p:nvPr/>
        </p:nvSpPr>
        <p:spPr>
          <a:xfrm>
            <a:off x="7013875" y="2761675"/>
            <a:ext cx="594000" cy="543300"/>
          </a:xfrm>
          <a:prstGeom prst="rect">
            <a:avLst/>
          </a:prstGeom>
          <a:solidFill>
            <a:schemeClr val="lt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exend"/>
              <a:ea typeface="Lexend"/>
              <a:cs typeface="Lexend"/>
              <a:sym typeface="Lexend"/>
            </a:endParaRPr>
          </a:p>
        </p:txBody>
      </p:sp>
      <p:sp>
        <p:nvSpPr>
          <p:cNvPr id="603" name="Google Shape;603;p61"/>
          <p:cNvSpPr txBox="1">
            <a:spLocks noGrp="1"/>
          </p:cNvSpPr>
          <p:nvPr>
            <p:ph type="title"/>
          </p:nvPr>
        </p:nvSpPr>
        <p:spPr>
          <a:xfrm>
            <a:off x="1195425" y="1741825"/>
            <a:ext cx="5616600" cy="1733700"/>
          </a:xfrm>
          <a:prstGeom prst="rect">
            <a:avLst/>
          </a:prstGeom>
        </p:spPr>
        <p:txBody>
          <a:bodyPr spcFirstLastPara="1" wrap="square" lIns="91425" tIns="91425" rIns="91425" bIns="91425" anchor="t" anchorCtr="0">
            <a:normAutofit/>
          </a:bodyPr>
          <a:lstStyle>
            <a:lvl1pPr lvl="0">
              <a:spcBef>
                <a:spcPts val="0"/>
              </a:spcBef>
              <a:spcAft>
                <a:spcPts val="0"/>
              </a:spcAft>
              <a:buSzPts val="34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604" name="Google Shape;604;p61"/>
          <p:cNvSpPr/>
          <p:nvPr/>
        </p:nvSpPr>
        <p:spPr>
          <a:xfrm>
            <a:off x="643300" y="1667975"/>
            <a:ext cx="528900" cy="528900"/>
          </a:xfrm>
          <a:prstGeom prst="rect">
            <a:avLst/>
          </a:prstGeom>
          <a:solidFill>
            <a:schemeClr val="accent3"/>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exend"/>
              <a:ea typeface="Lexend"/>
              <a:cs typeface="Lexend"/>
              <a:sym typeface="Lexend"/>
            </a:endParaRPr>
          </a:p>
        </p:txBody>
      </p:sp>
      <p:sp>
        <p:nvSpPr>
          <p:cNvPr id="605" name="Google Shape;605;p61"/>
          <p:cNvSpPr/>
          <p:nvPr/>
        </p:nvSpPr>
        <p:spPr>
          <a:xfrm>
            <a:off x="8345421" y="287925"/>
            <a:ext cx="489000" cy="502500"/>
          </a:xfrm>
          <a:prstGeom prst="rect">
            <a:avLst/>
          </a:prstGeom>
          <a:solidFill>
            <a:schemeClr val="dk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exend"/>
              <a:ea typeface="Lexend"/>
              <a:cs typeface="Lexend"/>
              <a:sym typeface="Lexend"/>
            </a:endParaRPr>
          </a:p>
        </p:txBody>
      </p:sp>
      <p:sp>
        <p:nvSpPr>
          <p:cNvPr id="606" name="Google Shape;606;p61"/>
          <p:cNvSpPr txBox="1">
            <a:spLocks noGrp="1"/>
          </p:cNvSpPr>
          <p:nvPr>
            <p:ph type="sldNum" idx="12"/>
          </p:nvPr>
        </p:nvSpPr>
        <p:spPr>
          <a:xfrm>
            <a:off x="8333701" y="298859"/>
            <a:ext cx="489000" cy="502500"/>
          </a:xfrm>
          <a:prstGeom prst="rect">
            <a:avLst/>
          </a:prstGeom>
        </p:spPr>
        <p:txBody>
          <a:bodyPr spcFirstLastPara="1" wrap="square" lIns="91425" tIns="91425" rIns="91425" bIns="91425" anchor="ctr" anchorCtr="0">
            <a:noAutofit/>
          </a:bodyPr>
          <a:lstStyle>
            <a:lvl1pPr lvl="0" rtl="0">
              <a:buNone/>
              <a:defRPr>
                <a:solidFill>
                  <a:schemeClr val="dk1"/>
                </a:solidFill>
              </a:defRPr>
            </a:lvl1pPr>
            <a:lvl2pPr lvl="1" rtl="0">
              <a:buNone/>
              <a:defRPr>
                <a:solidFill>
                  <a:schemeClr val="dk1"/>
                </a:solidFill>
              </a:defRPr>
            </a:lvl2pPr>
            <a:lvl3pPr lvl="2" rtl="0">
              <a:buNone/>
              <a:defRPr>
                <a:solidFill>
                  <a:schemeClr val="dk1"/>
                </a:solidFill>
              </a:defRPr>
            </a:lvl3pPr>
            <a:lvl4pPr lvl="3" rtl="0">
              <a:buNone/>
              <a:defRPr>
                <a:solidFill>
                  <a:schemeClr val="dk1"/>
                </a:solidFill>
              </a:defRPr>
            </a:lvl4pPr>
            <a:lvl5pPr lvl="4" rtl="0">
              <a:buNone/>
              <a:defRPr>
                <a:solidFill>
                  <a:schemeClr val="dk1"/>
                </a:solidFill>
              </a:defRPr>
            </a:lvl5pPr>
            <a:lvl6pPr lvl="5" rtl="0">
              <a:buNone/>
              <a:defRPr>
                <a:solidFill>
                  <a:schemeClr val="dk1"/>
                </a:solidFill>
              </a:defRPr>
            </a:lvl6pPr>
            <a:lvl7pPr lvl="6" rtl="0">
              <a:buNone/>
              <a:defRPr>
                <a:solidFill>
                  <a:schemeClr val="dk1"/>
                </a:solidFill>
              </a:defRPr>
            </a:lvl7pPr>
            <a:lvl8pPr lvl="7" rtl="0">
              <a:buNone/>
              <a:defRPr>
                <a:solidFill>
                  <a:schemeClr val="dk1"/>
                </a:solidFill>
              </a:defRPr>
            </a:lvl8pPr>
            <a:lvl9pPr lvl="8" rtl="0">
              <a:buNone/>
              <a:defRPr>
                <a:solidFill>
                  <a:schemeClr val="dk1"/>
                </a:solidFill>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two columns">
  <p:cSld name="Title and two columns">
    <p:spTree>
      <p:nvGrpSpPr>
        <p:cNvPr id="1" name="Shape 607"/>
        <p:cNvGrpSpPr/>
        <p:nvPr/>
      </p:nvGrpSpPr>
      <p:grpSpPr>
        <a:xfrm>
          <a:off x="0" y="0"/>
          <a:ext cx="0" cy="0"/>
          <a:chOff x="0" y="0"/>
          <a:chExt cx="0" cy="0"/>
        </a:xfrm>
      </p:grpSpPr>
      <p:sp>
        <p:nvSpPr>
          <p:cNvPr id="608" name="Google Shape;608;p62"/>
          <p:cNvSpPr/>
          <p:nvPr/>
        </p:nvSpPr>
        <p:spPr>
          <a:xfrm>
            <a:off x="298300" y="1213300"/>
            <a:ext cx="3455100" cy="3260400"/>
          </a:xfrm>
          <a:prstGeom prst="rect">
            <a:avLst/>
          </a:prstGeom>
          <a:solidFill>
            <a:schemeClr val="accent3"/>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exend"/>
              <a:ea typeface="Lexend"/>
              <a:cs typeface="Lexend"/>
              <a:sym typeface="Lexend"/>
            </a:endParaRPr>
          </a:p>
        </p:txBody>
      </p:sp>
      <p:sp>
        <p:nvSpPr>
          <p:cNvPr id="609" name="Google Shape;609;p62"/>
          <p:cNvSpPr txBox="1">
            <a:spLocks noGrp="1"/>
          </p:cNvSpPr>
          <p:nvPr>
            <p:ph type="body" idx="1"/>
          </p:nvPr>
        </p:nvSpPr>
        <p:spPr>
          <a:xfrm>
            <a:off x="377800" y="1370375"/>
            <a:ext cx="3296100" cy="29229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
        <p:nvSpPr>
          <p:cNvPr id="610" name="Google Shape;610;p62"/>
          <p:cNvSpPr/>
          <p:nvPr/>
        </p:nvSpPr>
        <p:spPr>
          <a:xfrm>
            <a:off x="3753400" y="1213300"/>
            <a:ext cx="3455100" cy="3260400"/>
          </a:xfrm>
          <a:prstGeom prst="rect">
            <a:avLst/>
          </a:prstGeom>
          <a:solidFill>
            <a:schemeClr val="accent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exend"/>
              <a:ea typeface="Lexend"/>
              <a:cs typeface="Lexend"/>
              <a:sym typeface="Lexend"/>
            </a:endParaRPr>
          </a:p>
        </p:txBody>
      </p:sp>
      <p:sp>
        <p:nvSpPr>
          <p:cNvPr id="611" name="Google Shape;611;p62"/>
          <p:cNvSpPr txBox="1">
            <a:spLocks noGrp="1"/>
          </p:cNvSpPr>
          <p:nvPr>
            <p:ph type="body" idx="2"/>
          </p:nvPr>
        </p:nvSpPr>
        <p:spPr>
          <a:xfrm>
            <a:off x="3832900" y="1370375"/>
            <a:ext cx="3296100" cy="29229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
        <p:nvSpPr>
          <p:cNvPr id="612" name="Google Shape;612;p62"/>
          <p:cNvSpPr/>
          <p:nvPr/>
        </p:nvSpPr>
        <p:spPr>
          <a:xfrm>
            <a:off x="8345421" y="287925"/>
            <a:ext cx="489000" cy="502500"/>
          </a:xfrm>
          <a:prstGeom prst="rect">
            <a:avLst/>
          </a:prstGeom>
          <a:solidFill>
            <a:schemeClr val="dk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exend"/>
              <a:ea typeface="Lexend"/>
              <a:cs typeface="Lexend"/>
              <a:sym typeface="Lexend"/>
            </a:endParaRPr>
          </a:p>
        </p:txBody>
      </p:sp>
      <p:sp>
        <p:nvSpPr>
          <p:cNvPr id="613" name="Google Shape;613;p62"/>
          <p:cNvSpPr txBox="1">
            <a:spLocks noGrp="1"/>
          </p:cNvSpPr>
          <p:nvPr>
            <p:ph type="sldNum" idx="12"/>
          </p:nvPr>
        </p:nvSpPr>
        <p:spPr>
          <a:xfrm>
            <a:off x="8333701" y="298859"/>
            <a:ext cx="489000" cy="502500"/>
          </a:xfrm>
          <a:prstGeom prst="rect">
            <a:avLst/>
          </a:prstGeom>
        </p:spPr>
        <p:txBody>
          <a:bodyPr spcFirstLastPara="1" wrap="square" lIns="91425" tIns="91425" rIns="91425" bIns="91425" anchor="ctr" anchorCtr="0">
            <a:noAutofit/>
          </a:bodyPr>
          <a:lstStyle>
            <a:lvl1pPr lvl="0" rtl="0">
              <a:buNone/>
              <a:defRPr>
                <a:solidFill>
                  <a:schemeClr val="dk1"/>
                </a:solidFill>
              </a:defRPr>
            </a:lvl1pPr>
            <a:lvl2pPr lvl="1" rtl="0">
              <a:buNone/>
              <a:defRPr>
                <a:solidFill>
                  <a:schemeClr val="dk1"/>
                </a:solidFill>
              </a:defRPr>
            </a:lvl2pPr>
            <a:lvl3pPr lvl="2" rtl="0">
              <a:buNone/>
              <a:defRPr>
                <a:solidFill>
                  <a:schemeClr val="dk1"/>
                </a:solidFill>
              </a:defRPr>
            </a:lvl3pPr>
            <a:lvl4pPr lvl="3" rtl="0">
              <a:buNone/>
              <a:defRPr>
                <a:solidFill>
                  <a:schemeClr val="dk1"/>
                </a:solidFill>
              </a:defRPr>
            </a:lvl4pPr>
            <a:lvl5pPr lvl="4" rtl="0">
              <a:buNone/>
              <a:defRPr>
                <a:solidFill>
                  <a:schemeClr val="dk1"/>
                </a:solidFill>
              </a:defRPr>
            </a:lvl5pPr>
            <a:lvl6pPr lvl="5" rtl="0">
              <a:buNone/>
              <a:defRPr>
                <a:solidFill>
                  <a:schemeClr val="dk1"/>
                </a:solidFill>
              </a:defRPr>
            </a:lvl6pPr>
            <a:lvl7pPr lvl="6" rtl="0">
              <a:buNone/>
              <a:defRPr>
                <a:solidFill>
                  <a:schemeClr val="dk1"/>
                </a:solidFill>
              </a:defRPr>
            </a:lvl7pPr>
            <a:lvl8pPr lvl="7" rtl="0">
              <a:buNone/>
              <a:defRPr>
                <a:solidFill>
                  <a:schemeClr val="dk1"/>
                </a:solidFill>
              </a:defRPr>
            </a:lvl8pPr>
            <a:lvl9pPr lvl="8" rtl="0">
              <a:buNone/>
              <a:defRPr>
                <a:solidFill>
                  <a:schemeClr val="dk1"/>
                </a:solidFill>
              </a:defRPr>
            </a:lvl9pPr>
          </a:lstStyle>
          <a:p>
            <a:pPr marL="0" lvl="0" indent="0" algn="ctr" rtl="0">
              <a:spcBef>
                <a:spcPts val="0"/>
              </a:spcBef>
              <a:spcAft>
                <a:spcPts val="0"/>
              </a:spcAft>
              <a:buNone/>
            </a:pPr>
            <a:fld id="{00000000-1234-1234-1234-123412341234}" type="slidenum">
              <a:rPr lang="en"/>
              <a:t>‹#›</a:t>
            </a:fld>
            <a:endParaRPr/>
          </a:p>
        </p:txBody>
      </p:sp>
      <p:sp>
        <p:nvSpPr>
          <p:cNvPr id="614" name="Google Shape;614;p62"/>
          <p:cNvSpPr/>
          <p:nvPr/>
        </p:nvSpPr>
        <p:spPr>
          <a:xfrm>
            <a:off x="298300" y="301050"/>
            <a:ext cx="5585100" cy="606600"/>
          </a:xfrm>
          <a:prstGeom prst="rect">
            <a:avLst/>
          </a:prstGeom>
          <a:solidFill>
            <a:schemeClr val="accen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exend"/>
              <a:ea typeface="Lexend"/>
              <a:cs typeface="Lexend"/>
              <a:sym typeface="Lexend"/>
            </a:endParaRPr>
          </a:p>
        </p:txBody>
      </p:sp>
      <p:sp>
        <p:nvSpPr>
          <p:cNvPr id="615" name="Google Shape;615;p62"/>
          <p:cNvSpPr txBox="1">
            <a:spLocks noGrp="1"/>
          </p:cNvSpPr>
          <p:nvPr>
            <p:ph type="title"/>
          </p:nvPr>
        </p:nvSpPr>
        <p:spPr>
          <a:xfrm>
            <a:off x="279185" y="338025"/>
            <a:ext cx="5562300" cy="675300"/>
          </a:xfrm>
          <a:prstGeom prst="rect">
            <a:avLst/>
          </a:prstGeom>
        </p:spPr>
        <p:txBody>
          <a:bodyPr spcFirstLastPara="1" wrap="square" lIns="91425" tIns="91425" rIns="91425" bIns="91425" anchor="t" anchorCtr="0">
            <a:normAutofit/>
          </a:bodyPr>
          <a:lstStyle>
            <a:lvl1pPr lvl="0">
              <a:spcBef>
                <a:spcPts val="0"/>
              </a:spcBef>
              <a:spcAft>
                <a:spcPts val="0"/>
              </a:spcAft>
              <a:buSzPts val="34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Tree>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One column text">
  <p:cSld name="One column text">
    <p:spTree>
      <p:nvGrpSpPr>
        <p:cNvPr id="1" name="Shape 621"/>
        <p:cNvGrpSpPr/>
        <p:nvPr/>
      </p:nvGrpSpPr>
      <p:grpSpPr>
        <a:xfrm>
          <a:off x="0" y="0"/>
          <a:ext cx="0" cy="0"/>
          <a:chOff x="0" y="0"/>
          <a:chExt cx="0" cy="0"/>
        </a:xfrm>
      </p:grpSpPr>
      <p:sp>
        <p:nvSpPr>
          <p:cNvPr id="622" name="Google Shape;622;p64"/>
          <p:cNvSpPr/>
          <p:nvPr/>
        </p:nvSpPr>
        <p:spPr>
          <a:xfrm>
            <a:off x="298862" y="1213300"/>
            <a:ext cx="4204200" cy="3260400"/>
          </a:xfrm>
          <a:prstGeom prst="rect">
            <a:avLst/>
          </a:prstGeom>
          <a:solidFill>
            <a:schemeClr val="dk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exend"/>
              <a:ea typeface="Lexend"/>
              <a:cs typeface="Lexend"/>
              <a:sym typeface="Lexend"/>
            </a:endParaRPr>
          </a:p>
        </p:txBody>
      </p:sp>
      <p:sp>
        <p:nvSpPr>
          <p:cNvPr id="623" name="Google Shape;623;p64"/>
          <p:cNvSpPr txBox="1">
            <a:spLocks noGrp="1"/>
          </p:cNvSpPr>
          <p:nvPr>
            <p:ph type="body" idx="1"/>
          </p:nvPr>
        </p:nvSpPr>
        <p:spPr>
          <a:xfrm>
            <a:off x="370550" y="1290925"/>
            <a:ext cx="4060800" cy="30723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
        <p:nvSpPr>
          <p:cNvPr id="624" name="Google Shape;624;p64"/>
          <p:cNvSpPr/>
          <p:nvPr/>
        </p:nvSpPr>
        <p:spPr>
          <a:xfrm>
            <a:off x="8345421" y="287925"/>
            <a:ext cx="489000" cy="502500"/>
          </a:xfrm>
          <a:prstGeom prst="rect">
            <a:avLst/>
          </a:prstGeom>
          <a:solidFill>
            <a:schemeClr val="dk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exend"/>
              <a:ea typeface="Lexend"/>
              <a:cs typeface="Lexend"/>
              <a:sym typeface="Lexend"/>
            </a:endParaRPr>
          </a:p>
        </p:txBody>
      </p:sp>
      <p:sp>
        <p:nvSpPr>
          <p:cNvPr id="625" name="Google Shape;625;p64"/>
          <p:cNvSpPr txBox="1">
            <a:spLocks noGrp="1"/>
          </p:cNvSpPr>
          <p:nvPr>
            <p:ph type="sldNum" idx="12"/>
          </p:nvPr>
        </p:nvSpPr>
        <p:spPr>
          <a:xfrm>
            <a:off x="8333701" y="298859"/>
            <a:ext cx="489000" cy="502500"/>
          </a:xfrm>
          <a:prstGeom prst="rect">
            <a:avLst/>
          </a:prstGeom>
        </p:spPr>
        <p:txBody>
          <a:bodyPr spcFirstLastPara="1" wrap="square" lIns="91425" tIns="91425" rIns="91425" bIns="91425" anchor="ctr" anchorCtr="0">
            <a:noAutofit/>
          </a:bodyPr>
          <a:lstStyle>
            <a:lvl1pPr lvl="0" rtl="0">
              <a:buNone/>
              <a:defRPr>
                <a:solidFill>
                  <a:schemeClr val="dk1"/>
                </a:solidFill>
              </a:defRPr>
            </a:lvl1pPr>
            <a:lvl2pPr lvl="1" rtl="0">
              <a:buNone/>
              <a:defRPr>
                <a:solidFill>
                  <a:schemeClr val="dk1"/>
                </a:solidFill>
              </a:defRPr>
            </a:lvl2pPr>
            <a:lvl3pPr lvl="2" rtl="0">
              <a:buNone/>
              <a:defRPr>
                <a:solidFill>
                  <a:schemeClr val="dk1"/>
                </a:solidFill>
              </a:defRPr>
            </a:lvl3pPr>
            <a:lvl4pPr lvl="3" rtl="0">
              <a:buNone/>
              <a:defRPr>
                <a:solidFill>
                  <a:schemeClr val="dk1"/>
                </a:solidFill>
              </a:defRPr>
            </a:lvl4pPr>
            <a:lvl5pPr lvl="4" rtl="0">
              <a:buNone/>
              <a:defRPr>
                <a:solidFill>
                  <a:schemeClr val="dk1"/>
                </a:solidFill>
              </a:defRPr>
            </a:lvl5pPr>
            <a:lvl6pPr lvl="5" rtl="0">
              <a:buNone/>
              <a:defRPr>
                <a:solidFill>
                  <a:schemeClr val="dk1"/>
                </a:solidFill>
              </a:defRPr>
            </a:lvl6pPr>
            <a:lvl7pPr lvl="6" rtl="0">
              <a:buNone/>
              <a:defRPr>
                <a:solidFill>
                  <a:schemeClr val="dk1"/>
                </a:solidFill>
              </a:defRPr>
            </a:lvl7pPr>
            <a:lvl8pPr lvl="7" rtl="0">
              <a:buNone/>
              <a:defRPr>
                <a:solidFill>
                  <a:schemeClr val="dk1"/>
                </a:solidFill>
              </a:defRPr>
            </a:lvl8pPr>
            <a:lvl9pPr lvl="8" rtl="0">
              <a:buNone/>
              <a:defRPr>
                <a:solidFill>
                  <a:schemeClr val="dk1"/>
                </a:solidFill>
              </a:defRPr>
            </a:lvl9pPr>
          </a:lstStyle>
          <a:p>
            <a:pPr marL="0" lvl="0" indent="0" algn="ctr" rtl="0">
              <a:spcBef>
                <a:spcPts val="0"/>
              </a:spcBef>
              <a:spcAft>
                <a:spcPts val="0"/>
              </a:spcAft>
              <a:buNone/>
            </a:pPr>
            <a:fld id="{00000000-1234-1234-1234-123412341234}" type="slidenum">
              <a:rPr lang="en"/>
              <a:t>‹#›</a:t>
            </a:fld>
            <a:endParaRPr/>
          </a:p>
        </p:txBody>
      </p:sp>
      <p:sp>
        <p:nvSpPr>
          <p:cNvPr id="626" name="Google Shape;626;p64"/>
          <p:cNvSpPr/>
          <p:nvPr/>
        </p:nvSpPr>
        <p:spPr>
          <a:xfrm>
            <a:off x="298300" y="301050"/>
            <a:ext cx="4236300" cy="606600"/>
          </a:xfrm>
          <a:prstGeom prst="rect">
            <a:avLst/>
          </a:prstGeom>
          <a:solidFill>
            <a:schemeClr val="accen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exend"/>
              <a:ea typeface="Lexend"/>
              <a:cs typeface="Lexend"/>
              <a:sym typeface="Lexend"/>
            </a:endParaRPr>
          </a:p>
        </p:txBody>
      </p:sp>
      <p:sp>
        <p:nvSpPr>
          <p:cNvPr id="627" name="Google Shape;627;p64"/>
          <p:cNvSpPr txBox="1">
            <a:spLocks noGrp="1"/>
          </p:cNvSpPr>
          <p:nvPr>
            <p:ph type="title"/>
          </p:nvPr>
        </p:nvSpPr>
        <p:spPr>
          <a:xfrm>
            <a:off x="279177" y="338025"/>
            <a:ext cx="4204200" cy="675300"/>
          </a:xfrm>
          <a:prstGeom prst="rect">
            <a:avLst/>
          </a:prstGeom>
        </p:spPr>
        <p:txBody>
          <a:bodyPr spcFirstLastPara="1" wrap="square" lIns="91425" tIns="91425" rIns="91425" bIns="91425" anchor="t" anchorCtr="0">
            <a:normAutofit/>
          </a:bodyPr>
          <a:lstStyle>
            <a:lvl1pPr lvl="0">
              <a:spcBef>
                <a:spcPts val="0"/>
              </a:spcBef>
              <a:spcAft>
                <a:spcPts val="0"/>
              </a:spcAft>
              <a:buSzPts val="34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Tree>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Section title and description">
  <p:cSld name="Section title and description">
    <p:spTree>
      <p:nvGrpSpPr>
        <p:cNvPr id="1" name="Shape 635"/>
        <p:cNvGrpSpPr/>
        <p:nvPr/>
      </p:nvGrpSpPr>
      <p:grpSpPr>
        <a:xfrm>
          <a:off x="0" y="0"/>
          <a:ext cx="0" cy="0"/>
          <a:chOff x="0" y="0"/>
          <a:chExt cx="0" cy="0"/>
        </a:xfrm>
      </p:grpSpPr>
      <p:sp>
        <p:nvSpPr>
          <p:cNvPr id="636" name="Google Shape;636;p66"/>
          <p:cNvSpPr/>
          <p:nvPr/>
        </p:nvSpPr>
        <p:spPr>
          <a:xfrm>
            <a:off x="1172300" y="2775600"/>
            <a:ext cx="2953200" cy="890700"/>
          </a:xfrm>
          <a:prstGeom prst="rect">
            <a:avLst/>
          </a:prstGeom>
          <a:solidFill>
            <a:schemeClr val="accen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exend"/>
              <a:ea typeface="Lexend"/>
              <a:cs typeface="Lexend"/>
              <a:sym typeface="Lexend"/>
            </a:endParaRPr>
          </a:p>
        </p:txBody>
      </p:sp>
      <p:sp>
        <p:nvSpPr>
          <p:cNvPr id="637" name="Google Shape;637;p66"/>
          <p:cNvSpPr/>
          <p:nvPr/>
        </p:nvSpPr>
        <p:spPr>
          <a:xfrm>
            <a:off x="1172300" y="1477197"/>
            <a:ext cx="5841600" cy="1298400"/>
          </a:xfrm>
          <a:prstGeom prst="rect">
            <a:avLst/>
          </a:prstGeom>
          <a:solidFill>
            <a:schemeClr val="accent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exend"/>
              <a:ea typeface="Lexend"/>
              <a:cs typeface="Lexend"/>
              <a:sym typeface="Lexend"/>
            </a:endParaRPr>
          </a:p>
        </p:txBody>
      </p:sp>
      <p:sp>
        <p:nvSpPr>
          <p:cNvPr id="638" name="Google Shape;638;p66"/>
          <p:cNvSpPr/>
          <p:nvPr/>
        </p:nvSpPr>
        <p:spPr>
          <a:xfrm>
            <a:off x="4125500" y="2775588"/>
            <a:ext cx="594000" cy="543300"/>
          </a:xfrm>
          <a:prstGeom prst="rect">
            <a:avLst/>
          </a:prstGeom>
          <a:solidFill>
            <a:schemeClr val="lt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exend"/>
              <a:ea typeface="Lexend"/>
              <a:cs typeface="Lexend"/>
              <a:sym typeface="Lexend"/>
            </a:endParaRPr>
          </a:p>
        </p:txBody>
      </p:sp>
      <p:sp>
        <p:nvSpPr>
          <p:cNvPr id="639" name="Google Shape;639;p66"/>
          <p:cNvSpPr txBox="1">
            <a:spLocks noGrp="1"/>
          </p:cNvSpPr>
          <p:nvPr>
            <p:ph type="title"/>
          </p:nvPr>
        </p:nvSpPr>
        <p:spPr>
          <a:xfrm>
            <a:off x="1227050" y="1551048"/>
            <a:ext cx="5732100" cy="1171500"/>
          </a:xfrm>
          <a:prstGeom prst="rect">
            <a:avLst/>
          </a:prstGeom>
        </p:spPr>
        <p:txBody>
          <a:bodyPr spcFirstLastPara="1" wrap="square" lIns="91425" tIns="91425" rIns="91425" bIns="91425" anchor="t" anchorCtr="0">
            <a:normAutofit/>
          </a:bodyPr>
          <a:lstStyle>
            <a:lvl1pPr lvl="0">
              <a:spcBef>
                <a:spcPts val="0"/>
              </a:spcBef>
              <a:spcAft>
                <a:spcPts val="0"/>
              </a:spcAft>
              <a:buSzPts val="34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640" name="Google Shape;640;p66"/>
          <p:cNvSpPr txBox="1">
            <a:spLocks noGrp="1"/>
          </p:cNvSpPr>
          <p:nvPr>
            <p:ph type="subTitle" idx="1"/>
          </p:nvPr>
        </p:nvSpPr>
        <p:spPr>
          <a:xfrm>
            <a:off x="1240100" y="2837775"/>
            <a:ext cx="2832300" cy="7476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41" name="Google Shape;641;p66"/>
          <p:cNvSpPr/>
          <p:nvPr/>
        </p:nvSpPr>
        <p:spPr>
          <a:xfrm>
            <a:off x="8345421" y="287925"/>
            <a:ext cx="489000" cy="502500"/>
          </a:xfrm>
          <a:prstGeom prst="rect">
            <a:avLst/>
          </a:prstGeom>
          <a:solidFill>
            <a:schemeClr val="dk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exend"/>
              <a:ea typeface="Lexend"/>
              <a:cs typeface="Lexend"/>
              <a:sym typeface="Lexend"/>
            </a:endParaRPr>
          </a:p>
        </p:txBody>
      </p:sp>
      <p:sp>
        <p:nvSpPr>
          <p:cNvPr id="642" name="Google Shape;642;p66"/>
          <p:cNvSpPr txBox="1">
            <a:spLocks noGrp="1"/>
          </p:cNvSpPr>
          <p:nvPr>
            <p:ph type="sldNum" idx="12"/>
          </p:nvPr>
        </p:nvSpPr>
        <p:spPr>
          <a:xfrm>
            <a:off x="8333701" y="298859"/>
            <a:ext cx="489000" cy="502500"/>
          </a:xfrm>
          <a:prstGeom prst="rect">
            <a:avLst/>
          </a:prstGeom>
        </p:spPr>
        <p:txBody>
          <a:bodyPr spcFirstLastPara="1" wrap="square" lIns="91425" tIns="91425" rIns="91425" bIns="91425" anchor="ctr" anchorCtr="0">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marL="0" lvl="0" indent="0" algn="ctr" rtl="0">
              <a:spcBef>
                <a:spcPts val="0"/>
              </a:spcBef>
              <a:spcAft>
                <a:spcPts val="0"/>
              </a:spcAft>
              <a:buNone/>
            </a:pPr>
            <a:fld id="{00000000-1234-1234-1234-123412341234}" type="slidenum">
              <a:rPr lang="en"/>
              <a:t>‹#›</a:t>
            </a:fld>
            <a:endParaRPr/>
          </a:p>
        </p:txBody>
      </p:sp>
      <p:sp>
        <p:nvSpPr>
          <p:cNvPr id="643" name="Google Shape;643;p66"/>
          <p:cNvSpPr txBox="1">
            <a:spLocks noGrp="1"/>
          </p:cNvSpPr>
          <p:nvPr>
            <p:ph type="body" idx="2"/>
          </p:nvPr>
        </p:nvSpPr>
        <p:spPr>
          <a:xfrm>
            <a:off x="1187325" y="3840875"/>
            <a:ext cx="6892800" cy="10146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Tree>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Caption">
  <p:cSld name="Caption">
    <p:spTree>
      <p:nvGrpSpPr>
        <p:cNvPr id="1" name="Shape 644"/>
        <p:cNvGrpSpPr/>
        <p:nvPr/>
      </p:nvGrpSpPr>
      <p:grpSpPr>
        <a:xfrm>
          <a:off x="0" y="0"/>
          <a:ext cx="0" cy="0"/>
          <a:chOff x="0" y="0"/>
          <a:chExt cx="0" cy="0"/>
        </a:xfrm>
      </p:grpSpPr>
      <p:sp>
        <p:nvSpPr>
          <p:cNvPr id="645" name="Google Shape;645;p67"/>
          <p:cNvSpPr txBox="1">
            <a:spLocks noGrp="1"/>
          </p:cNvSpPr>
          <p:nvPr>
            <p:ph type="body" idx="1"/>
          </p:nvPr>
        </p:nvSpPr>
        <p:spPr>
          <a:xfrm>
            <a:off x="333900" y="1202400"/>
            <a:ext cx="4060800" cy="27387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
        <p:nvSpPr>
          <p:cNvPr id="646" name="Google Shape;646;p67"/>
          <p:cNvSpPr/>
          <p:nvPr/>
        </p:nvSpPr>
        <p:spPr>
          <a:xfrm>
            <a:off x="8345421" y="287925"/>
            <a:ext cx="489000" cy="502500"/>
          </a:xfrm>
          <a:prstGeom prst="rect">
            <a:avLst/>
          </a:prstGeom>
          <a:solidFill>
            <a:schemeClr val="dk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exend"/>
              <a:ea typeface="Lexend"/>
              <a:cs typeface="Lexend"/>
              <a:sym typeface="Lexend"/>
            </a:endParaRPr>
          </a:p>
        </p:txBody>
      </p:sp>
      <p:sp>
        <p:nvSpPr>
          <p:cNvPr id="647" name="Google Shape;647;p67"/>
          <p:cNvSpPr txBox="1">
            <a:spLocks noGrp="1"/>
          </p:cNvSpPr>
          <p:nvPr>
            <p:ph type="sldNum" idx="12"/>
          </p:nvPr>
        </p:nvSpPr>
        <p:spPr>
          <a:xfrm>
            <a:off x="8333701" y="298859"/>
            <a:ext cx="489000" cy="502500"/>
          </a:xfrm>
          <a:prstGeom prst="rect">
            <a:avLst/>
          </a:prstGeom>
        </p:spPr>
        <p:txBody>
          <a:bodyPr spcFirstLastPara="1" wrap="square" lIns="91425" tIns="91425" rIns="91425" bIns="91425" anchor="ctr" anchorCtr="0">
            <a:noAutofit/>
          </a:bodyPr>
          <a:lstStyle>
            <a:lvl1pPr lvl="0" rtl="0">
              <a:buNone/>
              <a:defRPr>
                <a:solidFill>
                  <a:schemeClr val="dk1"/>
                </a:solidFill>
              </a:defRPr>
            </a:lvl1pPr>
            <a:lvl2pPr lvl="1" rtl="0">
              <a:buNone/>
              <a:defRPr>
                <a:solidFill>
                  <a:schemeClr val="dk1"/>
                </a:solidFill>
              </a:defRPr>
            </a:lvl2pPr>
            <a:lvl3pPr lvl="2" rtl="0">
              <a:buNone/>
              <a:defRPr>
                <a:solidFill>
                  <a:schemeClr val="dk1"/>
                </a:solidFill>
              </a:defRPr>
            </a:lvl3pPr>
            <a:lvl4pPr lvl="3" rtl="0">
              <a:buNone/>
              <a:defRPr>
                <a:solidFill>
                  <a:schemeClr val="dk1"/>
                </a:solidFill>
              </a:defRPr>
            </a:lvl4pPr>
            <a:lvl5pPr lvl="4" rtl="0">
              <a:buNone/>
              <a:defRPr>
                <a:solidFill>
                  <a:schemeClr val="dk1"/>
                </a:solidFill>
              </a:defRPr>
            </a:lvl5pPr>
            <a:lvl6pPr lvl="5" rtl="0">
              <a:buNone/>
              <a:defRPr>
                <a:solidFill>
                  <a:schemeClr val="dk1"/>
                </a:solidFill>
              </a:defRPr>
            </a:lvl6pPr>
            <a:lvl7pPr lvl="6" rtl="0">
              <a:buNone/>
              <a:defRPr>
                <a:solidFill>
                  <a:schemeClr val="dk1"/>
                </a:solidFill>
              </a:defRPr>
            </a:lvl7pPr>
            <a:lvl8pPr lvl="7" rtl="0">
              <a:buNone/>
              <a:defRPr>
                <a:solidFill>
                  <a:schemeClr val="dk1"/>
                </a:solidFill>
              </a:defRPr>
            </a:lvl8pPr>
            <a:lvl9pPr lvl="8" rtl="0">
              <a:buNone/>
              <a:defRPr>
                <a:solidFill>
                  <a:schemeClr val="dk1"/>
                </a:solidFill>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Big number">
  <p:cSld name="Big number">
    <p:spTree>
      <p:nvGrpSpPr>
        <p:cNvPr id="1" name="Shape 648"/>
        <p:cNvGrpSpPr/>
        <p:nvPr/>
      </p:nvGrpSpPr>
      <p:grpSpPr>
        <a:xfrm>
          <a:off x="0" y="0"/>
          <a:ext cx="0" cy="0"/>
          <a:chOff x="0" y="0"/>
          <a:chExt cx="0" cy="0"/>
        </a:xfrm>
      </p:grpSpPr>
      <p:sp>
        <p:nvSpPr>
          <p:cNvPr id="649" name="Google Shape;649;p68"/>
          <p:cNvSpPr/>
          <p:nvPr/>
        </p:nvSpPr>
        <p:spPr>
          <a:xfrm>
            <a:off x="8345421" y="287925"/>
            <a:ext cx="489000" cy="502500"/>
          </a:xfrm>
          <a:prstGeom prst="rect">
            <a:avLst/>
          </a:prstGeom>
          <a:solidFill>
            <a:schemeClr val="dk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exend"/>
              <a:ea typeface="Lexend"/>
              <a:cs typeface="Lexend"/>
              <a:sym typeface="Lexend"/>
            </a:endParaRPr>
          </a:p>
        </p:txBody>
      </p:sp>
      <p:sp>
        <p:nvSpPr>
          <p:cNvPr id="650" name="Google Shape;650;p68"/>
          <p:cNvSpPr txBox="1">
            <a:spLocks noGrp="1"/>
          </p:cNvSpPr>
          <p:nvPr>
            <p:ph type="sldNum" idx="12"/>
          </p:nvPr>
        </p:nvSpPr>
        <p:spPr>
          <a:xfrm>
            <a:off x="8333701" y="298859"/>
            <a:ext cx="489000" cy="502500"/>
          </a:xfrm>
          <a:prstGeom prst="rect">
            <a:avLst/>
          </a:prstGeom>
        </p:spPr>
        <p:txBody>
          <a:bodyPr spcFirstLastPara="1" wrap="square" lIns="91425" tIns="91425" rIns="91425" bIns="91425" anchor="ctr" anchorCtr="0">
            <a:noAutofit/>
          </a:bodyPr>
          <a:lstStyle>
            <a:lvl1pPr lvl="0" rtl="0">
              <a:buNone/>
              <a:defRPr>
                <a:solidFill>
                  <a:schemeClr val="dk1"/>
                </a:solidFill>
              </a:defRPr>
            </a:lvl1pPr>
            <a:lvl2pPr lvl="1" rtl="0">
              <a:buNone/>
              <a:defRPr>
                <a:solidFill>
                  <a:schemeClr val="dk1"/>
                </a:solidFill>
              </a:defRPr>
            </a:lvl2pPr>
            <a:lvl3pPr lvl="2" rtl="0">
              <a:buNone/>
              <a:defRPr>
                <a:solidFill>
                  <a:schemeClr val="dk1"/>
                </a:solidFill>
              </a:defRPr>
            </a:lvl3pPr>
            <a:lvl4pPr lvl="3" rtl="0">
              <a:buNone/>
              <a:defRPr>
                <a:solidFill>
                  <a:schemeClr val="dk1"/>
                </a:solidFill>
              </a:defRPr>
            </a:lvl4pPr>
            <a:lvl5pPr lvl="4" rtl="0">
              <a:buNone/>
              <a:defRPr>
                <a:solidFill>
                  <a:schemeClr val="dk1"/>
                </a:solidFill>
              </a:defRPr>
            </a:lvl5pPr>
            <a:lvl6pPr lvl="5" rtl="0">
              <a:buNone/>
              <a:defRPr>
                <a:solidFill>
                  <a:schemeClr val="dk1"/>
                </a:solidFill>
              </a:defRPr>
            </a:lvl6pPr>
            <a:lvl7pPr lvl="6" rtl="0">
              <a:buNone/>
              <a:defRPr>
                <a:solidFill>
                  <a:schemeClr val="dk1"/>
                </a:solidFill>
              </a:defRPr>
            </a:lvl7pPr>
            <a:lvl8pPr lvl="7" rtl="0">
              <a:buNone/>
              <a:defRPr>
                <a:solidFill>
                  <a:schemeClr val="dk1"/>
                </a:solidFill>
              </a:defRPr>
            </a:lvl8pPr>
            <a:lvl9pPr lvl="8" rtl="0">
              <a:buNone/>
              <a:defRPr>
                <a:solidFill>
                  <a:schemeClr val="dk1"/>
                </a:solidFill>
              </a:defRPr>
            </a:lvl9pPr>
          </a:lstStyle>
          <a:p>
            <a:pPr marL="0" lvl="0" indent="0" algn="ctr" rtl="0">
              <a:spcBef>
                <a:spcPts val="0"/>
              </a:spcBef>
              <a:spcAft>
                <a:spcPts val="0"/>
              </a:spcAft>
              <a:buNone/>
            </a:pPr>
            <a:fld id="{00000000-1234-1234-1234-123412341234}" type="slidenum">
              <a:rPr lang="en"/>
              <a:t>‹#›</a:t>
            </a:fld>
            <a:endParaRPr/>
          </a:p>
        </p:txBody>
      </p:sp>
      <p:sp>
        <p:nvSpPr>
          <p:cNvPr id="651" name="Google Shape;651;p68"/>
          <p:cNvSpPr/>
          <p:nvPr/>
        </p:nvSpPr>
        <p:spPr>
          <a:xfrm>
            <a:off x="298300" y="301050"/>
            <a:ext cx="5585100" cy="606600"/>
          </a:xfrm>
          <a:prstGeom prst="rect">
            <a:avLst/>
          </a:prstGeom>
          <a:solidFill>
            <a:schemeClr val="accen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exend"/>
              <a:ea typeface="Lexend"/>
              <a:cs typeface="Lexend"/>
              <a:sym typeface="Lexend"/>
            </a:endParaRPr>
          </a:p>
        </p:txBody>
      </p:sp>
      <p:sp>
        <p:nvSpPr>
          <p:cNvPr id="652" name="Google Shape;652;p68"/>
          <p:cNvSpPr txBox="1">
            <a:spLocks noGrp="1"/>
          </p:cNvSpPr>
          <p:nvPr>
            <p:ph type="title"/>
          </p:nvPr>
        </p:nvSpPr>
        <p:spPr>
          <a:xfrm>
            <a:off x="279185" y="338025"/>
            <a:ext cx="5562300" cy="675300"/>
          </a:xfrm>
          <a:prstGeom prst="rect">
            <a:avLst/>
          </a:prstGeom>
        </p:spPr>
        <p:txBody>
          <a:bodyPr spcFirstLastPara="1" wrap="square" lIns="91425" tIns="91425" rIns="91425" bIns="91425" anchor="t" anchorCtr="0">
            <a:normAutofit/>
          </a:bodyPr>
          <a:lstStyle>
            <a:lvl1pPr lvl="0">
              <a:spcBef>
                <a:spcPts val="0"/>
              </a:spcBef>
              <a:spcAft>
                <a:spcPts val="0"/>
              </a:spcAft>
              <a:buSzPts val="34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653" name="Google Shape;653;p68"/>
          <p:cNvSpPr txBox="1">
            <a:spLocks noGrp="1"/>
          </p:cNvSpPr>
          <p:nvPr>
            <p:ph type="body" idx="1"/>
          </p:nvPr>
        </p:nvSpPr>
        <p:spPr>
          <a:xfrm>
            <a:off x="333900" y="1202400"/>
            <a:ext cx="4060800" cy="27387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Tree>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Agenda">
  <p:cSld name="Agenda">
    <p:spTree>
      <p:nvGrpSpPr>
        <p:cNvPr id="1" name="Shape 654"/>
        <p:cNvGrpSpPr/>
        <p:nvPr/>
      </p:nvGrpSpPr>
      <p:grpSpPr>
        <a:xfrm>
          <a:off x="0" y="0"/>
          <a:ext cx="0" cy="0"/>
          <a:chOff x="0" y="0"/>
          <a:chExt cx="0" cy="0"/>
        </a:xfrm>
      </p:grpSpPr>
      <p:sp>
        <p:nvSpPr>
          <p:cNvPr id="655" name="Google Shape;655;p69"/>
          <p:cNvSpPr txBox="1">
            <a:spLocks noGrp="1"/>
          </p:cNvSpPr>
          <p:nvPr>
            <p:ph type="subTitle" idx="1"/>
          </p:nvPr>
        </p:nvSpPr>
        <p:spPr>
          <a:xfrm>
            <a:off x="317500" y="1251400"/>
            <a:ext cx="4011000" cy="8379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56" name="Google Shape;656;p69"/>
          <p:cNvSpPr txBox="1">
            <a:spLocks noGrp="1"/>
          </p:cNvSpPr>
          <p:nvPr>
            <p:ph type="subTitle" idx="2"/>
          </p:nvPr>
        </p:nvSpPr>
        <p:spPr>
          <a:xfrm>
            <a:off x="4421675" y="1251400"/>
            <a:ext cx="4011000" cy="8379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57" name="Google Shape;657;p69"/>
          <p:cNvSpPr txBox="1">
            <a:spLocks noGrp="1"/>
          </p:cNvSpPr>
          <p:nvPr>
            <p:ph type="subTitle" idx="3"/>
          </p:nvPr>
        </p:nvSpPr>
        <p:spPr>
          <a:xfrm>
            <a:off x="317500" y="2300000"/>
            <a:ext cx="4011000" cy="8379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58" name="Google Shape;658;p69"/>
          <p:cNvSpPr txBox="1">
            <a:spLocks noGrp="1"/>
          </p:cNvSpPr>
          <p:nvPr>
            <p:ph type="subTitle" idx="4"/>
          </p:nvPr>
        </p:nvSpPr>
        <p:spPr>
          <a:xfrm>
            <a:off x="4421675" y="2300000"/>
            <a:ext cx="4011000" cy="8379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59" name="Google Shape;659;p69"/>
          <p:cNvSpPr txBox="1">
            <a:spLocks noGrp="1"/>
          </p:cNvSpPr>
          <p:nvPr>
            <p:ph type="subTitle" idx="5"/>
          </p:nvPr>
        </p:nvSpPr>
        <p:spPr>
          <a:xfrm>
            <a:off x="317500" y="3348600"/>
            <a:ext cx="4011000" cy="8379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60" name="Google Shape;660;p69"/>
          <p:cNvSpPr txBox="1">
            <a:spLocks noGrp="1"/>
          </p:cNvSpPr>
          <p:nvPr>
            <p:ph type="subTitle" idx="6"/>
          </p:nvPr>
        </p:nvSpPr>
        <p:spPr>
          <a:xfrm>
            <a:off x="4421675" y="3348600"/>
            <a:ext cx="4011000" cy="8379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61" name="Google Shape;661;p69"/>
          <p:cNvSpPr/>
          <p:nvPr/>
        </p:nvSpPr>
        <p:spPr>
          <a:xfrm>
            <a:off x="8345421" y="287925"/>
            <a:ext cx="489000" cy="502500"/>
          </a:xfrm>
          <a:prstGeom prst="rect">
            <a:avLst/>
          </a:prstGeom>
          <a:solidFill>
            <a:schemeClr val="dk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exend"/>
              <a:ea typeface="Lexend"/>
              <a:cs typeface="Lexend"/>
              <a:sym typeface="Lexend"/>
            </a:endParaRPr>
          </a:p>
        </p:txBody>
      </p:sp>
      <p:sp>
        <p:nvSpPr>
          <p:cNvPr id="662" name="Google Shape;662;p69"/>
          <p:cNvSpPr txBox="1">
            <a:spLocks noGrp="1"/>
          </p:cNvSpPr>
          <p:nvPr>
            <p:ph type="sldNum" idx="12"/>
          </p:nvPr>
        </p:nvSpPr>
        <p:spPr>
          <a:xfrm>
            <a:off x="8333701" y="298859"/>
            <a:ext cx="489000" cy="502500"/>
          </a:xfrm>
          <a:prstGeom prst="rect">
            <a:avLst/>
          </a:prstGeom>
        </p:spPr>
        <p:txBody>
          <a:bodyPr spcFirstLastPara="1" wrap="square" lIns="91425" tIns="91425" rIns="91425" bIns="91425" anchor="ctr" anchorCtr="0">
            <a:noAutofit/>
          </a:bodyPr>
          <a:lstStyle>
            <a:lvl1pPr lvl="0" rtl="0">
              <a:buNone/>
              <a:defRPr>
                <a:solidFill>
                  <a:schemeClr val="dk1"/>
                </a:solidFill>
              </a:defRPr>
            </a:lvl1pPr>
            <a:lvl2pPr lvl="1" rtl="0">
              <a:buNone/>
              <a:defRPr>
                <a:solidFill>
                  <a:schemeClr val="dk1"/>
                </a:solidFill>
              </a:defRPr>
            </a:lvl2pPr>
            <a:lvl3pPr lvl="2" rtl="0">
              <a:buNone/>
              <a:defRPr>
                <a:solidFill>
                  <a:schemeClr val="dk1"/>
                </a:solidFill>
              </a:defRPr>
            </a:lvl3pPr>
            <a:lvl4pPr lvl="3" rtl="0">
              <a:buNone/>
              <a:defRPr>
                <a:solidFill>
                  <a:schemeClr val="dk1"/>
                </a:solidFill>
              </a:defRPr>
            </a:lvl4pPr>
            <a:lvl5pPr lvl="4" rtl="0">
              <a:buNone/>
              <a:defRPr>
                <a:solidFill>
                  <a:schemeClr val="dk1"/>
                </a:solidFill>
              </a:defRPr>
            </a:lvl5pPr>
            <a:lvl6pPr lvl="5" rtl="0">
              <a:buNone/>
              <a:defRPr>
                <a:solidFill>
                  <a:schemeClr val="dk1"/>
                </a:solidFill>
              </a:defRPr>
            </a:lvl6pPr>
            <a:lvl7pPr lvl="6" rtl="0">
              <a:buNone/>
              <a:defRPr>
                <a:solidFill>
                  <a:schemeClr val="dk1"/>
                </a:solidFill>
              </a:defRPr>
            </a:lvl7pPr>
            <a:lvl8pPr lvl="7" rtl="0">
              <a:buNone/>
              <a:defRPr>
                <a:solidFill>
                  <a:schemeClr val="dk1"/>
                </a:solidFill>
              </a:defRPr>
            </a:lvl8pPr>
            <a:lvl9pPr lvl="8" rtl="0">
              <a:buNone/>
              <a:defRPr>
                <a:solidFill>
                  <a:schemeClr val="dk1"/>
                </a:solidFill>
              </a:defRPr>
            </a:lvl9pPr>
          </a:lstStyle>
          <a:p>
            <a:pPr marL="0" lvl="0" indent="0" algn="ctr" rtl="0">
              <a:spcBef>
                <a:spcPts val="0"/>
              </a:spcBef>
              <a:spcAft>
                <a:spcPts val="0"/>
              </a:spcAft>
              <a:buNone/>
            </a:pPr>
            <a:fld id="{00000000-1234-1234-1234-123412341234}" type="slidenum">
              <a:rPr lang="en"/>
              <a:t>‹#›</a:t>
            </a:fld>
            <a:endParaRPr/>
          </a:p>
        </p:txBody>
      </p:sp>
      <p:sp>
        <p:nvSpPr>
          <p:cNvPr id="663" name="Google Shape;663;p69"/>
          <p:cNvSpPr/>
          <p:nvPr/>
        </p:nvSpPr>
        <p:spPr>
          <a:xfrm>
            <a:off x="298300" y="301050"/>
            <a:ext cx="5585100" cy="606600"/>
          </a:xfrm>
          <a:prstGeom prst="rect">
            <a:avLst/>
          </a:prstGeom>
          <a:solidFill>
            <a:schemeClr val="accent3"/>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exend"/>
              <a:ea typeface="Lexend"/>
              <a:cs typeface="Lexend"/>
              <a:sym typeface="Lexend"/>
            </a:endParaRPr>
          </a:p>
        </p:txBody>
      </p:sp>
      <p:sp>
        <p:nvSpPr>
          <p:cNvPr id="664" name="Google Shape;664;p69"/>
          <p:cNvSpPr txBox="1">
            <a:spLocks noGrp="1"/>
          </p:cNvSpPr>
          <p:nvPr>
            <p:ph type="title"/>
          </p:nvPr>
        </p:nvSpPr>
        <p:spPr>
          <a:xfrm>
            <a:off x="279185" y="338025"/>
            <a:ext cx="5562300" cy="675300"/>
          </a:xfrm>
          <a:prstGeom prst="rect">
            <a:avLst/>
          </a:prstGeom>
        </p:spPr>
        <p:txBody>
          <a:bodyPr spcFirstLastPara="1" wrap="square" lIns="91425" tIns="91425" rIns="91425" bIns="91425" anchor="t" anchorCtr="0">
            <a:normAutofit/>
          </a:bodyPr>
          <a:lstStyle>
            <a:lvl1pPr lvl="0">
              <a:spcBef>
                <a:spcPts val="0"/>
              </a:spcBef>
              <a:spcAft>
                <a:spcPts val="0"/>
              </a:spcAft>
              <a:buSzPts val="34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Tree>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body and image">
  <p:cSld name="Title, body and image">
    <p:spTree>
      <p:nvGrpSpPr>
        <p:cNvPr id="1" name="Shape 665"/>
        <p:cNvGrpSpPr/>
        <p:nvPr/>
      </p:nvGrpSpPr>
      <p:grpSpPr>
        <a:xfrm>
          <a:off x="0" y="0"/>
          <a:ext cx="0" cy="0"/>
          <a:chOff x="0" y="0"/>
          <a:chExt cx="0" cy="0"/>
        </a:xfrm>
      </p:grpSpPr>
      <p:sp>
        <p:nvSpPr>
          <p:cNvPr id="666" name="Google Shape;666;p70"/>
          <p:cNvSpPr/>
          <p:nvPr/>
        </p:nvSpPr>
        <p:spPr>
          <a:xfrm>
            <a:off x="292600" y="1214724"/>
            <a:ext cx="4239000" cy="2501400"/>
          </a:xfrm>
          <a:prstGeom prst="rect">
            <a:avLst/>
          </a:prstGeom>
          <a:solidFill>
            <a:schemeClr val="accen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exend"/>
              <a:ea typeface="Lexend"/>
              <a:cs typeface="Lexend"/>
              <a:sym typeface="Lexend"/>
            </a:endParaRPr>
          </a:p>
        </p:txBody>
      </p:sp>
      <p:sp>
        <p:nvSpPr>
          <p:cNvPr id="667" name="Google Shape;667;p70"/>
          <p:cNvSpPr>
            <a:spLocks noGrp="1"/>
          </p:cNvSpPr>
          <p:nvPr>
            <p:ph type="pic" idx="2"/>
          </p:nvPr>
        </p:nvSpPr>
        <p:spPr>
          <a:xfrm>
            <a:off x="4531775" y="1221524"/>
            <a:ext cx="4302600" cy="3635100"/>
          </a:xfrm>
          <a:prstGeom prst="rect">
            <a:avLst/>
          </a:prstGeom>
          <a:noFill/>
          <a:ln w="19050" cap="flat" cmpd="sng">
            <a:solidFill>
              <a:schemeClr val="dk1"/>
            </a:solidFill>
            <a:prstDash val="solid"/>
            <a:round/>
            <a:headEnd type="none" w="sm" len="sm"/>
            <a:tailEnd type="none" w="sm" len="sm"/>
          </a:ln>
        </p:spPr>
      </p:sp>
      <p:sp>
        <p:nvSpPr>
          <p:cNvPr id="668" name="Google Shape;668;p70"/>
          <p:cNvSpPr txBox="1">
            <a:spLocks noGrp="1"/>
          </p:cNvSpPr>
          <p:nvPr>
            <p:ph type="body" idx="1"/>
          </p:nvPr>
        </p:nvSpPr>
        <p:spPr>
          <a:xfrm>
            <a:off x="340319" y="1261074"/>
            <a:ext cx="4061400" cy="24087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
        <p:nvSpPr>
          <p:cNvPr id="669" name="Google Shape;669;p70"/>
          <p:cNvSpPr/>
          <p:nvPr/>
        </p:nvSpPr>
        <p:spPr>
          <a:xfrm>
            <a:off x="8345421" y="287925"/>
            <a:ext cx="489000" cy="502500"/>
          </a:xfrm>
          <a:prstGeom prst="rect">
            <a:avLst/>
          </a:prstGeom>
          <a:solidFill>
            <a:schemeClr val="dk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exend"/>
              <a:ea typeface="Lexend"/>
              <a:cs typeface="Lexend"/>
              <a:sym typeface="Lexend"/>
            </a:endParaRPr>
          </a:p>
        </p:txBody>
      </p:sp>
      <p:sp>
        <p:nvSpPr>
          <p:cNvPr id="670" name="Google Shape;670;p70"/>
          <p:cNvSpPr txBox="1">
            <a:spLocks noGrp="1"/>
          </p:cNvSpPr>
          <p:nvPr>
            <p:ph type="sldNum" idx="12"/>
          </p:nvPr>
        </p:nvSpPr>
        <p:spPr>
          <a:xfrm>
            <a:off x="8333701" y="298859"/>
            <a:ext cx="489000" cy="502500"/>
          </a:xfrm>
          <a:prstGeom prst="rect">
            <a:avLst/>
          </a:prstGeom>
        </p:spPr>
        <p:txBody>
          <a:bodyPr spcFirstLastPara="1" wrap="square" lIns="91425" tIns="91425" rIns="91425" bIns="91425" anchor="ctr" anchorCtr="0">
            <a:noAutofit/>
          </a:bodyPr>
          <a:lstStyle>
            <a:lvl1pPr lvl="0" rtl="0">
              <a:buNone/>
              <a:defRPr>
                <a:solidFill>
                  <a:schemeClr val="dk1"/>
                </a:solidFill>
              </a:defRPr>
            </a:lvl1pPr>
            <a:lvl2pPr lvl="1" rtl="0">
              <a:buNone/>
              <a:defRPr>
                <a:solidFill>
                  <a:schemeClr val="dk1"/>
                </a:solidFill>
              </a:defRPr>
            </a:lvl2pPr>
            <a:lvl3pPr lvl="2" rtl="0">
              <a:buNone/>
              <a:defRPr>
                <a:solidFill>
                  <a:schemeClr val="dk1"/>
                </a:solidFill>
              </a:defRPr>
            </a:lvl3pPr>
            <a:lvl4pPr lvl="3" rtl="0">
              <a:buNone/>
              <a:defRPr>
                <a:solidFill>
                  <a:schemeClr val="dk1"/>
                </a:solidFill>
              </a:defRPr>
            </a:lvl4pPr>
            <a:lvl5pPr lvl="4" rtl="0">
              <a:buNone/>
              <a:defRPr>
                <a:solidFill>
                  <a:schemeClr val="dk1"/>
                </a:solidFill>
              </a:defRPr>
            </a:lvl5pPr>
            <a:lvl6pPr lvl="5" rtl="0">
              <a:buNone/>
              <a:defRPr>
                <a:solidFill>
                  <a:schemeClr val="dk1"/>
                </a:solidFill>
              </a:defRPr>
            </a:lvl6pPr>
            <a:lvl7pPr lvl="6" rtl="0">
              <a:buNone/>
              <a:defRPr>
                <a:solidFill>
                  <a:schemeClr val="dk1"/>
                </a:solidFill>
              </a:defRPr>
            </a:lvl7pPr>
            <a:lvl8pPr lvl="7" rtl="0">
              <a:buNone/>
              <a:defRPr>
                <a:solidFill>
                  <a:schemeClr val="dk1"/>
                </a:solidFill>
              </a:defRPr>
            </a:lvl8pPr>
            <a:lvl9pPr lvl="8" rtl="0">
              <a:buNone/>
              <a:defRPr>
                <a:solidFill>
                  <a:schemeClr val="dk1"/>
                </a:solidFill>
              </a:defRPr>
            </a:lvl9pPr>
          </a:lstStyle>
          <a:p>
            <a:pPr marL="0" lvl="0" indent="0" algn="ctr" rtl="0">
              <a:spcBef>
                <a:spcPts val="0"/>
              </a:spcBef>
              <a:spcAft>
                <a:spcPts val="0"/>
              </a:spcAft>
              <a:buNone/>
            </a:pPr>
            <a:fld id="{00000000-1234-1234-1234-123412341234}" type="slidenum">
              <a:rPr lang="en"/>
              <a:t>‹#›</a:t>
            </a:fld>
            <a:endParaRPr/>
          </a:p>
        </p:txBody>
      </p:sp>
      <p:sp>
        <p:nvSpPr>
          <p:cNvPr id="671" name="Google Shape;671;p70"/>
          <p:cNvSpPr/>
          <p:nvPr/>
        </p:nvSpPr>
        <p:spPr>
          <a:xfrm>
            <a:off x="298300" y="301050"/>
            <a:ext cx="5585100" cy="606600"/>
          </a:xfrm>
          <a:prstGeom prst="rect">
            <a:avLst/>
          </a:prstGeom>
          <a:solidFill>
            <a:schemeClr val="accent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exend"/>
              <a:ea typeface="Lexend"/>
              <a:cs typeface="Lexend"/>
              <a:sym typeface="Lexend"/>
            </a:endParaRPr>
          </a:p>
        </p:txBody>
      </p:sp>
      <p:sp>
        <p:nvSpPr>
          <p:cNvPr id="672" name="Google Shape;672;p70"/>
          <p:cNvSpPr txBox="1">
            <a:spLocks noGrp="1"/>
          </p:cNvSpPr>
          <p:nvPr>
            <p:ph type="title"/>
          </p:nvPr>
        </p:nvSpPr>
        <p:spPr>
          <a:xfrm>
            <a:off x="279185" y="338025"/>
            <a:ext cx="5562300" cy="675300"/>
          </a:xfrm>
          <a:prstGeom prst="rect">
            <a:avLst/>
          </a:prstGeom>
        </p:spPr>
        <p:txBody>
          <a:bodyPr spcFirstLastPara="1" wrap="square" lIns="91425" tIns="91425" rIns="91425" bIns="91425" anchor="t" anchorCtr="0">
            <a:normAutofit/>
          </a:bodyPr>
          <a:lstStyle>
            <a:lvl1pPr lvl="0">
              <a:spcBef>
                <a:spcPts val="0"/>
              </a:spcBef>
              <a:spcAft>
                <a:spcPts val="0"/>
              </a:spcAft>
              <a:buSzPts val="34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Tree>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wo big ideas">
  <p:cSld name="Two big ideas">
    <p:spTree>
      <p:nvGrpSpPr>
        <p:cNvPr id="1" name="Shape 673"/>
        <p:cNvGrpSpPr/>
        <p:nvPr/>
      </p:nvGrpSpPr>
      <p:grpSpPr>
        <a:xfrm>
          <a:off x="0" y="0"/>
          <a:ext cx="0" cy="0"/>
          <a:chOff x="0" y="0"/>
          <a:chExt cx="0" cy="0"/>
        </a:xfrm>
      </p:grpSpPr>
      <p:sp>
        <p:nvSpPr>
          <p:cNvPr id="674" name="Google Shape;674;p71"/>
          <p:cNvSpPr/>
          <p:nvPr/>
        </p:nvSpPr>
        <p:spPr>
          <a:xfrm>
            <a:off x="290556" y="1213300"/>
            <a:ext cx="4017600" cy="3260400"/>
          </a:xfrm>
          <a:prstGeom prst="rect">
            <a:avLst/>
          </a:prstGeom>
          <a:solidFill>
            <a:schemeClr val="dk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exend"/>
              <a:ea typeface="Lexend"/>
              <a:cs typeface="Lexend"/>
              <a:sym typeface="Lexend"/>
            </a:endParaRPr>
          </a:p>
        </p:txBody>
      </p:sp>
      <p:sp>
        <p:nvSpPr>
          <p:cNvPr id="675" name="Google Shape;675;p71"/>
          <p:cNvSpPr txBox="1">
            <a:spLocks noGrp="1"/>
          </p:cNvSpPr>
          <p:nvPr>
            <p:ph type="body" idx="1"/>
          </p:nvPr>
        </p:nvSpPr>
        <p:spPr>
          <a:xfrm>
            <a:off x="416145" y="2078725"/>
            <a:ext cx="3766500" cy="22995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
        <p:nvSpPr>
          <p:cNvPr id="676" name="Google Shape;676;p71"/>
          <p:cNvSpPr/>
          <p:nvPr/>
        </p:nvSpPr>
        <p:spPr>
          <a:xfrm>
            <a:off x="4308218" y="1213300"/>
            <a:ext cx="4017600" cy="3260400"/>
          </a:xfrm>
          <a:prstGeom prst="rect">
            <a:avLst/>
          </a:prstGeom>
          <a:solidFill>
            <a:schemeClr val="lt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exend"/>
              <a:ea typeface="Lexend"/>
              <a:cs typeface="Lexend"/>
              <a:sym typeface="Lexend"/>
            </a:endParaRPr>
          </a:p>
        </p:txBody>
      </p:sp>
      <p:sp>
        <p:nvSpPr>
          <p:cNvPr id="677" name="Google Shape;677;p71"/>
          <p:cNvSpPr txBox="1">
            <a:spLocks noGrp="1"/>
          </p:cNvSpPr>
          <p:nvPr>
            <p:ph type="body" idx="2"/>
          </p:nvPr>
        </p:nvSpPr>
        <p:spPr>
          <a:xfrm>
            <a:off x="4433807" y="2078725"/>
            <a:ext cx="3766500" cy="22995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
        <p:nvSpPr>
          <p:cNvPr id="678" name="Google Shape;678;p71"/>
          <p:cNvSpPr txBox="1">
            <a:spLocks noGrp="1"/>
          </p:cNvSpPr>
          <p:nvPr>
            <p:ph type="subTitle" idx="3"/>
          </p:nvPr>
        </p:nvSpPr>
        <p:spPr>
          <a:xfrm>
            <a:off x="416145" y="1328375"/>
            <a:ext cx="3766500" cy="6588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79" name="Google Shape;679;p71"/>
          <p:cNvSpPr txBox="1">
            <a:spLocks noGrp="1"/>
          </p:cNvSpPr>
          <p:nvPr>
            <p:ph type="subTitle" idx="4"/>
          </p:nvPr>
        </p:nvSpPr>
        <p:spPr>
          <a:xfrm>
            <a:off x="4433807" y="1328375"/>
            <a:ext cx="3766500" cy="6588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80" name="Google Shape;680;p71"/>
          <p:cNvSpPr/>
          <p:nvPr/>
        </p:nvSpPr>
        <p:spPr>
          <a:xfrm>
            <a:off x="8345421" y="287925"/>
            <a:ext cx="489000" cy="502500"/>
          </a:xfrm>
          <a:prstGeom prst="rect">
            <a:avLst/>
          </a:prstGeom>
          <a:solidFill>
            <a:schemeClr val="dk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exend"/>
              <a:ea typeface="Lexend"/>
              <a:cs typeface="Lexend"/>
              <a:sym typeface="Lexend"/>
            </a:endParaRPr>
          </a:p>
        </p:txBody>
      </p:sp>
      <p:sp>
        <p:nvSpPr>
          <p:cNvPr id="681" name="Google Shape;681;p71"/>
          <p:cNvSpPr txBox="1">
            <a:spLocks noGrp="1"/>
          </p:cNvSpPr>
          <p:nvPr>
            <p:ph type="sldNum" idx="12"/>
          </p:nvPr>
        </p:nvSpPr>
        <p:spPr>
          <a:xfrm>
            <a:off x="8333701" y="298859"/>
            <a:ext cx="489000" cy="502500"/>
          </a:xfrm>
          <a:prstGeom prst="rect">
            <a:avLst/>
          </a:prstGeom>
        </p:spPr>
        <p:txBody>
          <a:bodyPr spcFirstLastPara="1" wrap="square" lIns="91425" tIns="91425" rIns="91425" bIns="91425" anchor="ctr" anchorCtr="0">
            <a:noAutofit/>
          </a:bodyPr>
          <a:lstStyle>
            <a:lvl1pPr lvl="0" rtl="0">
              <a:buNone/>
              <a:defRPr>
                <a:solidFill>
                  <a:schemeClr val="dk1"/>
                </a:solidFill>
              </a:defRPr>
            </a:lvl1pPr>
            <a:lvl2pPr lvl="1" rtl="0">
              <a:buNone/>
              <a:defRPr>
                <a:solidFill>
                  <a:schemeClr val="dk1"/>
                </a:solidFill>
              </a:defRPr>
            </a:lvl2pPr>
            <a:lvl3pPr lvl="2" rtl="0">
              <a:buNone/>
              <a:defRPr>
                <a:solidFill>
                  <a:schemeClr val="dk1"/>
                </a:solidFill>
              </a:defRPr>
            </a:lvl3pPr>
            <a:lvl4pPr lvl="3" rtl="0">
              <a:buNone/>
              <a:defRPr>
                <a:solidFill>
                  <a:schemeClr val="dk1"/>
                </a:solidFill>
              </a:defRPr>
            </a:lvl4pPr>
            <a:lvl5pPr lvl="4" rtl="0">
              <a:buNone/>
              <a:defRPr>
                <a:solidFill>
                  <a:schemeClr val="dk1"/>
                </a:solidFill>
              </a:defRPr>
            </a:lvl5pPr>
            <a:lvl6pPr lvl="5" rtl="0">
              <a:buNone/>
              <a:defRPr>
                <a:solidFill>
                  <a:schemeClr val="dk1"/>
                </a:solidFill>
              </a:defRPr>
            </a:lvl6pPr>
            <a:lvl7pPr lvl="6" rtl="0">
              <a:buNone/>
              <a:defRPr>
                <a:solidFill>
                  <a:schemeClr val="dk1"/>
                </a:solidFill>
              </a:defRPr>
            </a:lvl7pPr>
            <a:lvl8pPr lvl="7" rtl="0">
              <a:buNone/>
              <a:defRPr>
                <a:solidFill>
                  <a:schemeClr val="dk1"/>
                </a:solidFill>
              </a:defRPr>
            </a:lvl8pPr>
            <a:lvl9pPr lvl="8" rtl="0">
              <a:buNone/>
              <a:defRPr>
                <a:solidFill>
                  <a:schemeClr val="dk1"/>
                </a:solidFill>
              </a:defRPr>
            </a:lvl9pPr>
          </a:lstStyle>
          <a:p>
            <a:pPr marL="0" lvl="0" indent="0" algn="ctr" rtl="0">
              <a:spcBef>
                <a:spcPts val="0"/>
              </a:spcBef>
              <a:spcAft>
                <a:spcPts val="0"/>
              </a:spcAft>
              <a:buNone/>
            </a:pPr>
            <a:fld id="{00000000-1234-1234-1234-123412341234}" type="slidenum">
              <a:rPr lang="en"/>
              <a:t>‹#›</a:t>
            </a:fld>
            <a:endParaRPr/>
          </a:p>
        </p:txBody>
      </p:sp>
      <p:sp>
        <p:nvSpPr>
          <p:cNvPr id="682" name="Google Shape;682;p71"/>
          <p:cNvSpPr/>
          <p:nvPr/>
        </p:nvSpPr>
        <p:spPr>
          <a:xfrm>
            <a:off x="298300" y="301050"/>
            <a:ext cx="5585100" cy="606600"/>
          </a:xfrm>
          <a:prstGeom prst="rect">
            <a:avLst/>
          </a:prstGeom>
          <a:solidFill>
            <a:schemeClr val="accen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exend"/>
              <a:ea typeface="Lexend"/>
              <a:cs typeface="Lexend"/>
              <a:sym typeface="Lexend"/>
            </a:endParaRPr>
          </a:p>
        </p:txBody>
      </p:sp>
      <p:sp>
        <p:nvSpPr>
          <p:cNvPr id="683" name="Google Shape;683;p71"/>
          <p:cNvSpPr txBox="1">
            <a:spLocks noGrp="1"/>
          </p:cNvSpPr>
          <p:nvPr>
            <p:ph type="title"/>
          </p:nvPr>
        </p:nvSpPr>
        <p:spPr>
          <a:xfrm>
            <a:off x="279185" y="338025"/>
            <a:ext cx="5562300" cy="675300"/>
          </a:xfrm>
          <a:prstGeom prst="rect">
            <a:avLst/>
          </a:prstGeom>
        </p:spPr>
        <p:txBody>
          <a:bodyPr spcFirstLastPara="1" wrap="square" lIns="91425" tIns="91425" rIns="91425" bIns="91425" anchor="t" anchorCtr="0">
            <a:normAutofit/>
          </a:bodyPr>
          <a:lstStyle>
            <a:lvl1pPr lvl="0">
              <a:spcBef>
                <a:spcPts val="0"/>
              </a:spcBef>
              <a:spcAft>
                <a:spcPts val="0"/>
              </a:spcAft>
              <a:buSzPts val="34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Tree>
  </p:cSld>
  <p:clrMapOvr>
    <a:masterClrMapping/>
  </p:clrMapOvr>
  <p:hf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hree big ideas">
  <p:cSld name="Three big ideas">
    <p:spTree>
      <p:nvGrpSpPr>
        <p:cNvPr id="1" name="Shape 684"/>
        <p:cNvGrpSpPr/>
        <p:nvPr/>
      </p:nvGrpSpPr>
      <p:grpSpPr>
        <a:xfrm>
          <a:off x="0" y="0"/>
          <a:ext cx="0" cy="0"/>
          <a:chOff x="0" y="0"/>
          <a:chExt cx="0" cy="0"/>
        </a:xfrm>
      </p:grpSpPr>
      <p:sp>
        <p:nvSpPr>
          <p:cNvPr id="685" name="Google Shape;685;p72"/>
          <p:cNvSpPr/>
          <p:nvPr/>
        </p:nvSpPr>
        <p:spPr>
          <a:xfrm>
            <a:off x="290556" y="1213300"/>
            <a:ext cx="2845500" cy="3260400"/>
          </a:xfrm>
          <a:prstGeom prst="rect">
            <a:avLst/>
          </a:prstGeom>
          <a:solidFill>
            <a:schemeClr val="dk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exend"/>
              <a:ea typeface="Lexend"/>
              <a:cs typeface="Lexend"/>
              <a:sym typeface="Lexend"/>
            </a:endParaRPr>
          </a:p>
        </p:txBody>
      </p:sp>
      <p:sp>
        <p:nvSpPr>
          <p:cNvPr id="686" name="Google Shape;686;p72"/>
          <p:cNvSpPr txBox="1">
            <a:spLocks noGrp="1"/>
          </p:cNvSpPr>
          <p:nvPr>
            <p:ph type="body" idx="1"/>
          </p:nvPr>
        </p:nvSpPr>
        <p:spPr>
          <a:xfrm>
            <a:off x="379498" y="2078725"/>
            <a:ext cx="2667300" cy="22995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
        <p:nvSpPr>
          <p:cNvPr id="687" name="Google Shape;687;p72"/>
          <p:cNvSpPr/>
          <p:nvPr/>
        </p:nvSpPr>
        <p:spPr>
          <a:xfrm>
            <a:off x="3135874" y="1213300"/>
            <a:ext cx="2845500" cy="3260400"/>
          </a:xfrm>
          <a:prstGeom prst="rect">
            <a:avLst/>
          </a:prstGeom>
          <a:solidFill>
            <a:schemeClr val="lt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exend"/>
              <a:ea typeface="Lexend"/>
              <a:cs typeface="Lexend"/>
              <a:sym typeface="Lexend"/>
            </a:endParaRPr>
          </a:p>
        </p:txBody>
      </p:sp>
      <p:sp>
        <p:nvSpPr>
          <p:cNvPr id="688" name="Google Shape;688;p72"/>
          <p:cNvSpPr txBox="1">
            <a:spLocks noGrp="1"/>
          </p:cNvSpPr>
          <p:nvPr>
            <p:ph type="body" idx="2"/>
          </p:nvPr>
        </p:nvSpPr>
        <p:spPr>
          <a:xfrm>
            <a:off x="3224816" y="2078725"/>
            <a:ext cx="2667300" cy="22995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
        <p:nvSpPr>
          <p:cNvPr id="689" name="Google Shape;689;p72"/>
          <p:cNvSpPr txBox="1">
            <a:spLocks noGrp="1"/>
          </p:cNvSpPr>
          <p:nvPr>
            <p:ph type="subTitle" idx="3"/>
          </p:nvPr>
        </p:nvSpPr>
        <p:spPr>
          <a:xfrm>
            <a:off x="379498" y="1328375"/>
            <a:ext cx="2667300" cy="6588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90" name="Google Shape;690;p72"/>
          <p:cNvSpPr txBox="1">
            <a:spLocks noGrp="1"/>
          </p:cNvSpPr>
          <p:nvPr>
            <p:ph type="subTitle" idx="4"/>
          </p:nvPr>
        </p:nvSpPr>
        <p:spPr>
          <a:xfrm>
            <a:off x="3224816" y="1328375"/>
            <a:ext cx="2667300" cy="6588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91" name="Google Shape;691;p72"/>
          <p:cNvSpPr/>
          <p:nvPr/>
        </p:nvSpPr>
        <p:spPr>
          <a:xfrm>
            <a:off x="5981304" y="1213300"/>
            <a:ext cx="2845500" cy="3260400"/>
          </a:xfrm>
          <a:prstGeom prst="rect">
            <a:avLst/>
          </a:prstGeom>
          <a:solidFill>
            <a:schemeClr val="accent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exend"/>
              <a:ea typeface="Lexend"/>
              <a:cs typeface="Lexend"/>
              <a:sym typeface="Lexend"/>
            </a:endParaRPr>
          </a:p>
        </p:txBody>
      </p:sp>
      <p:sp>
        <p:nvSpPr>
          <p:cNvPr id="692" name="Google Shape;692;p72"/>
          <p:cNvSpPr txBox="1">
            <a:spLocks noGrp="1"/>
          </p:cNvSpPr>
          <p:nvPr>
            <p:ph type="body" idx="5"/>
          </p:nvPr>
        </p:nvSpPr>
        <p:spPr>
          <a:xfrm>
            <a:off x="6070247" y="2078725"/>
            <a:ext cx="2667300" cy="22995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
        <p:nvSpPr>
          <p:cNvPr id="693" name="Google Shape;693;p72"/>
          <p:cNvSpPr txBox="1">
            <a:spLocks noGrp="1"/>
          </p:cNvSpPr>
          <p:nvPr>
            <p:ph type="subTitle" idx="6"/>
          </p:nvPr>
        </p:nvSpPr>
        <p:spPr>
          <a:xfrm>
            <a:off x="6070247" y="1328375"/>
            <a:ext cx="2667300" cy="6588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94" name="Google Shape;694;p72"/>
          <p:cNvSpPr/>
          <p:nvPr/>
        </p:nvSpPr>
        <p:spPr>
          <a:xfrm>
            <a:off x="8345421" y="287925"/>
            <a:ext cx="489000" cy="502500"/>
          </a:xfrm>
          <a:prstGeom prst="rect">
            <a:avLst/>
          </a:prstGeom>
          <a:solidFill>
            <a:schemeClr val="dk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exend"/>
              <a:ea typeface="Lexend"/>
              <a:cs typeface="Lexend"/>
              <a:sym typeface="Lexend"/>
            </a:endParaRPr>
          </a:p>
        </p:txBody>
      </p:sp>
      <p:sp>
        <p:nvSpPr>
          <p:cNvPr id="695" name="Google Shape;695;p72"/>
          <p:cNvSpPr txBox="1">
            <a:spLocks noGrp="1"/>
          </p:cNvSpPr>
          <p:nvPr>
            <p:ph type="sldNum" idx="12"/>
          </p:nvPr>
        </p:nvSpPr>
        <p:spPr>
          <a:xfrm>
            <a:off x="8333701" y="298859"/>
            <a:ext cx="489000" cy="502500"/>
          </a:xfrm>
          <a:prstGeom prst="rect">
            <a:avLst/>
          </a:prstGeom>
        </p:spPr>
        <p:txBody>
          <a:bodyPr spcFirstLastPara="1" wrap="square" lIns="91425" tIns="91425" rIns="91425" bIns="91425" anchor="ctr" anchorCtr="0">
            <a:noAutofit/>
          </a:bodyPr>
          <a:lstStyle>
            <a:lvl1pPr lvl="0" rtl="0">
              <a:buNone/>
              <a:defRPr>
                <a:solidFill>
                  <a:schemeClr val="dk1"/>
                </a:solidFill>
              </a:defRPr>
            </a:lvl1pPr>
            <a:lvl2pPr lvl="1" rtl="0">
              <a:buNone/>
              <a:defRPr>
                <a:solidFill>
                  <a:schemeClr val="dk1"/>
                </a:solidFill>
              </a:defRPr>
            </a:lvl2pPr>
            <a:lvl3pPr lvl="2" rtl="0">
              <a:buNone/>
              <a:defRPr>
                <a:solidFill>
                  <a:schemeClr val="dk1"/>
                </a:solidFill>
              </a:defRPr>
            </a:lvl3pPr>
            <a:lvl4pPr lvl="3" rtl="0">
              <a:buNone/>
              <a:defRPr>
                <a:solidFill>
                  <a:schemeClr val="dk1"/>
                </a:solidFill>
              </a:defRPr>
            </a:lvl4pPr>
            <a:lvl5pPr lvl="4" rtl="0">
              <a:buNone/>
              <a:defRPr>
                <a:solidFill>
                  <a:schemeClr val="dk1"/>
                </a:solidFill>
              </a:defRPr>
            </a:lvl5pPr>
            <a:lvl6pPr lvl="5" rtl="0">
              <a:buNone/>
              <a:defRPr>
                <a:solidFill>
                  <a:schemeClr val="dk1"/>
                </a:solidFill>
              </a:defRPr>
            </a:lvl6pPr>
            <a:lvl7pPr lvl="6" rtl="0">
              <a:buNone/>
              <a:defRPr>
                <a:solidFill>
                  <a:schemeClr val="dk1"/>
                </a:solidFill>
              </a:defRPr>
            </a:lvl7pPr>
            <a:lvl8pPr lvl="7" rtl="0">
              <a:buNone/>
              <a:defRPr>
                <a:solidFill>
                  <a:schemeClr val="dk1"/>
                </a:solidFill>
              </a:defRPr>
            </a:lvl8pPr>
            <a:lvl9pPr lvl="8" rtl="0">
              <a:buNone/>
              <a:defRPr>
                <a:solidFill>
                  <a:schemeClr val="dk1"/>
                </a:solidFill>
              </a:defRPr>
            </a:lvl9pPr>
          </a:lstStyle>
          <a:p>
            <a:pPr marL="0" lvl="0" indent="0" algn="ctr" rtl="0">
              <a:spcBef>
                <a:spcPts val="0"/>
              </a:spcBef>
              <a:spcAft>
                <a:spcPts val="0"/>
              </a:spcAft>
              <a:buNone/>
            </a:pPr>
            <a:fld id="{00000000-1234-1234-1234-123412341234}" type="slidenum">
              <a:rPr lang="en"/>
              <a:t>‹#›</a:t>
            </a:fld>
            <a:endParaRPr/>
          </a:p>
        </p:txBody>
      </p:sp>
      <p:sp>
        <p:nvSpPr>
          <p:cNvPr id="696" name="Google Shape;696;p72"/>
          <p:cNvSpPr/>
          <p:nvPr/>
        </p:nvSpPr>
        <p:spPr>
          <a:xfrm>
            <a:off x="298300" y="301050"/>
            <a:ext cx="5585100" cy="606600"/>
          </a:xfrm>
          <a:prstGeom prst="rect">
            <a:avLst/>
          </a:prstGeom>
          <a:solidFill>
            <a:schemeClr val="accen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exend"/>
              <a:ea typeface="Lexend"/>
              <a:cs typeface="Lexend"/>
              <a:sym typeface="Lexend"/>
            </a:endParaRPr>
          </a:p>
        </p:txBody>
      </p:sp>
      <p:sp>
        <p:nvSpPr>
          <p:cNvPr id="697" name="Google Shape;697;p72"/>
          <p:cNvSpPr txBox="1">
            <a:spLocks noGrp="1"/>
          </p:cNvSpPr>
          <p:nvPr>
            <p:ph type="title"/>
          </p:nvPr>
        </p:nvSpPr>
        <p:spPr>
          <a:xfrm>
            <a:off x="279185" y="338025"/>
            <a:ext cx="5562300" cy="675300"/>
          </a:xfrm>
          <a:prstGeom prst="rect">
            <a:avLst/>
          </a:prstGeom>
        </p:spPr>
        <p:txBody>
          <a:bodyPr spcFirstLastPara="1" wrap="square" lIns="91425" tIns="91425" rIns="91425" bIns="91425" anchor="t" anchorCtr="0">
            <a:normAutofit/>
          </a:bodyPr>
          <a:lstStyle>
            <a:lvl1pPr lvl="0">
              <a:spcBef>
                <a:spcPts val="0"/>
              </a:spcBef>
              <a:spcAft>
                <a:spcPts val="0"/>
              </a:spcAft>
              <a:buSzPts val="34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Tree>
  </p:cSld>
  <p:clrMapOvr>
    <a:masterClrMapping/>
  </p:clrMapOvr>
  <p:hf hdr="0" ftr="0" dt="0"/>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Four big ideas">
  <p:cSld name="Four big ideas">
    <p:spTree>
      <p:nvGrpSpPr>
        <p:cNvPr id="1" name="Shape 698"/>
        <p:cNvGrpSpPr/>
        <p:nvPr/>
      </p:nvGrpSpPr>
      <p:grpSpPr>
        <a:xfrm>
          <a:off x="0" y="0"/>
          <a:ext cx="0" cy="0"/>
          <a:chOff x="0" y="0"/>
          <a:chExt cx="0" cy="0"/>
        </a:xfrm>
      </p:grpSpPr>
      <p:sp>
        <p:nvSpPr>
          <p:cNvPr id="699" name="Google Shape;699;p73"/>
          <p:cNvSpPr/>
          <p:nvPr/>
        </p:nvSpPr>
        <p:spPr>
          <a:xfrm>
            <a:off x="292600" y="1213300"/>
            <a:ext cx="2132700" cy="3260400"/>
          </a:xfrm>
          <a:prstGeom prst="rect">
            <a:avLst/>
          </a:prstGeom>
          <a:solidFill>
            <a:schemeClr val="dk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exend"/>
              <a:ea typeface="Lexend"/>
              <a:cs typeface="Lexend"/>
              <a:sym typeface="Lexend"/>
            </a:endParaRPr>
          </a:p>
        </p:txBody>
      </p:sp>
      <p:sp>
        <p:nvSpPr>
          <p:cNvPr id="700" name="Google Shape;700;p73"/>
          <p:cNvSpPr txBox="1">
            <a:spLocks noGrp="1"/>
          </p:cNvSpPr>
          <p:nvPr>
            <p:ph type="body" idx="1"/>
          </p:nvPr>
        </p:nvSpPr>
        <p:spPr>
          <a:xfrm>
            <a:off x="388220" y="2064025"/>
            <a:ext cx="1933800" cy="22995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
        <p:nvSpPr>
          <p:cNvPr id="701" name="Google Shape;701;p73"/>
          <p:cNvSpPr/>
          <p:nvPr/>
        </p:nvSpPr>
        <p:spPr>
          <a:xfrm>
            <a:off x="2425130" y="1213300"/>
            <a:ext cx="2132700" cy="3260400"/>
          </a:xfrm>
          <a:prstGeom prst="rect">
            <a:avLst/>
          </a:prstGeom>
          <a:solidFill>
            <a:schemeClr val="lt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exend"/>
              <a:ea typeface="Lexend"/>
              <a:cs typeface="Lexend"/>
              <a:sym typeface="Lexend"/>
            </a:endParaRPr>
          </a:p>
        </p:txBody>
      </p:sp>
      <p:sp>
        <p:nvSpPr>
          <p:cNvPr id="702" name="Google Shape;702;p73"/>
          <p:cNvSpPr txBox="1">
            <a:spLocks noGrp="1"/>
          </p:cNvSpPr>
          <p:nvPr>
            <p:ph type="body" idx="2"/>
          </p:nvPr>
        </p:nvSpPr>
        <p:spPr>
          <a:xfrm>
            <a:off x="2524606" y="2073825"/>
            <a:ext cx="1933800" cy="22995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
        <p:nvSpPr>
          <p:cNvPr id="703" name="Google Shape;703;p73"/>
          <p:cNvSpPr txBox="1">
            <a:spLocks noGrp="1"/>
          </p:cNvSpPr>
          <p:nvPr>
            <p:ph type="subTitle" idx="3"/>
          </p:nvPr>
        </p:nvSpPr>
        <p:spPr>
          <a:xfrm>
            <a:off x="395987" y="1313675"/>
            <a:ext cx="1933800" cy="6588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4" name="Google Shape;704;p73"/>
          <p:cNvSpPr txBox="1">
            <a:spLocks noGrp="1"/>
          </p:cNvSpPr>
          <p:nvPr>
            <p:ph type="subTitle" idx="4"/>
          </p:nvPr>
        </p:nvSpPr>
        <p:spPr>
          <a:xfrm>
            <a:off x="2524607" y="1323475"/>
            <a:ext cx="1933800" cy="6588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5" name="Google Shape;705;p73"/>
          <p:cNvSpPr/>
          <p:nvPr/>
        </p:nvSpPr>
        <p:spPr>
          <a:xfrm>
            <a:off x="4557594" y="1213300"/>
            <a:ext cx="2132700" cy="3260400"/>
          </a:xfrm>
          <a:prstGeom prst="rect">
            <a:avLst/>
          </a:prstGeom>
          <a:solidFill>
            <a:schemeClr val="accent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exend"/>
              <a:ea typeface="Lexend"/>
              <a:cs typeface="Lexend"/>
              <a:sym typeface="Lexend"/>
            </a:endParaRPr>
          </a:p>
        </p:txBody>
      </p:sp>
      <p:sp>
        <p:nvSpPr>
          <p:cNvPr id="706" name="Google Shape;706;p73"/>
          <p:cNvSpPr txBox="1">
            <a:spLocks noGrp="1"/>
          </p:cNvSpPr>
          <p:nvPr>
            <p:ph type="body" idx="5"/>
          </p:nvPr>
        </p:nvSpPr>
        <p:spPr>
          <a:xfrm>
            <a:off x="4657139" y="2073825"/>
            <a:ext cx="1933800" cy="22995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
        <p:nvSpPr>
          <p:cNvPr id="707" name="Google Shape;707;p73"/>
          <p:cNvSpPr/>
          <p:nvPr/>
        </p:nvSpPr>
        <p:spPr>
          <a:xfrm>
            <a:off x="6690125" y="1213300"/>
            <a:ext cx="2132700" cy="3260400"/>
          </a:xfrm>
          <a:prstGeom prst="rect">
            <a:avLst/>
          </a:prstGeom>
          <a:solidFill>
            <a:schemeClr val="accent3"/>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exend"/>
              <a:ea typeface="Lexend"/>
              <a:cs typeface="Lexend"/>
              <a:sym typeface="Lexend"/>
            </a:endParaRPr>
          </a:p>
        </p:txBody>
      </p:sp>
      <p:sp>
        <p:nvSpPr>
          <p:cNvPr id="708" name="Google Shape;708;p73"/>
          <p:cNvSpPr txBox="1">
            <a:spLocks noGrp="1"/>
          </p:cNvSpPr>
          <p:nvPr>
            <p:ph type="body" idx="6"/>
          </p:nvPr>
        </p:nvSpPr>
        <p:spPr>
          <a:xfrm>
            <a:off x="6789589" y="2073825"/>
            <a:ext cx="1933800" cy="22995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
        <p:nvSpPr>
          <p:cNvPr id="709" name="Google Shape;709;p73"/>
          <p:cNvSpPr txBox="1">
            <a:spLocks noGrp="1"/>
          </p:cNvSpPr>
          <p:nvPr>
            <p:ph type="subTitle" idx="7"/>
          </p:nvPr>
        </p:nvSpPr>
        <p:spPr>
          <a:xfrm>
            <a:off x="4657140" y="1323475"/>
            <a:ext cx="1933800" cy="6588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10" name="Google Shape;710;p73"/>
          <p:cNvSpPr txBox="1">
            <a:spLocks noGrp="1"/>
          </p:cNvSpPr>
          <p:nvPr>
            <p:ph type="subTitle" idx="8"/>
          </p:nvPr>
        </p:nvSpPr>
        <p:spPr>
          <a:xfrm>
            <a:off x="6789588" y="1323475"/>
            <a:ext cx="1933800" cy="6588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11" name="Google Shape;711;p73"/>
          <p:cNvSpPr/>
          <p:nvPr/>
        </p:nvSpPr>
        <p:spPr>
          <a:xfrm>
            <a:off x="8345421" y="287925"/>
            <a:ext cx="489000" cy="502500"/>
          </a:xfrm>
          <a:prstGeom prst="rect">
            <a:avLst/>
          </a:prstGeom>
          <a:solidFill>
            <a:schemeClr val="dk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exend"/>
              <a:ea typeface="Lexend"/>
              <a:cs typeface="Lexend"/>
              <a:sym typeface="Lexend"/>
            </a:endParaRPr>
          </a:p>
        </p:txBody>
      </p:sp>
      <p:sp>
        <p:nvSpPr>
          <p:cNvPr id="712" name="Google Shape;712;p73"/>
          <p:cNvSpPr txBox="1">
            <a:spLocks noGrp="1"/>
          </p:cNvSpPr>
          <p:nvPr>
            <p:ph type="sldNum" idx="12"/>
          </p:nvPr>
        </p:nvSpPr>
        <p:spPr>
          <a:xfrm>
            <a:off x="8333701" y="298859"/>
            <a:ext cx="489000" cy="502500"/>
          </a:xfrm>
          <a:prstGeom prst="rect">
            <a:avLst/>
          </a:prstGeom>
        </p:spPr>
        <p:txBody>
          <a:bodyPr spcFirstLastPara="1" wrap="square" lIns="91425" tIns="91425" rIns="91425" bIns="91425" anchor="ctr" anchorCtr="0">
            <a:noAutofit/>
          </a:bodyPr>
          <a:lstStyle>
            <a:lvl1pPr lvl="0" rtl="0">
              <a:buNone/>
              <a:defRPr>
                <a:solidFill>
                  <a:schemeClr val="dk1"/>
                </a:solidFill>
              </a:defRPr>
            </a:lvl1pPr>
            <a:lvl2pPr lvl="1" rtl="0">
              <a:buNone/>
              <a:defRPr>
                <a:solidFill>
                  <a:schemeClr val="dk1"/>
                </a:solidFill>
              </a:defRPr>
            </a:lvl2pPr>
            <a:lvl3pPr lvl="2" rtl="0">
              <a:buNone/>
              <a:defRPr>
                <a:solidFill>
                  <a:schemeClr val="dk1"/>
                </a:solidFill>
              </a:defRPr>
            </a:lvl3pPr>
            <a:lvl4pPr lvl="3" rtl="0">
              <a:buNone/>
              <a:defRPr>
                <a:solidFill>
                  <a:schemeClr val="dk1"/>
                </a:solidFill>
              </a:defRPr>
            </a:lvl4pPr>
            <a:lvl5pPr lvl="4" rtl="0">
              <a:buNone/>
              <a:defRPr>
                <a:solidFill>
                  <a:schemeClr val="dk1"/>
                </a:solidFill>
              </a:defRPr>
            </a:lvl5pPr>
            <a:lvl6pPr lvl="5" rtl="0">
              <a:buNone/>
              <a:defRPr>
                <a:solidFill>
                  <a:schemeClr val="dk1"/>
                </a:solidFill>
              </a:defRPr>
            </a:lvl6pPr>
            <a:lvl7pPr lvl="6" rtl="0">
              <a:buNone/>
              <a:defRPr>
                <a:solidFill>
                  <a:schemeClr val="dk1"/>
                </a:solidFill>
              </a:defRPr>
            </a:lvl7pPr>
            <a:lvl8pPr lvl="7" rtl="0">
              <a:buNone/>
              <a:defRPr>
                <a:solidFill>
                  <a:schemeClr val="dk1"/>
                </a:solidFill>
              </a:defRPr>
            </a:lvl8pPr>
            <a:lvl9pPr lvl="8" rtl="0">
              <a:buNone/>
              <a:defRPr>
                <a:solidFill>
                  <a:schemeClr val="dk1"/>
                </a:solidFill>
              </a:defRPr>
            </a:lvl9pPr>
          </a:lstStyle>
          <a:p>
            <a:pPr marL="0" lvl="0" indent="0" algn="ctr" rtl="0">
              <a:spcBef>
                <a:spcPts val="0"/>
              </a:spcBef>
              <a:spcAft>
                <a:spcPts val="0"/>
              </a:spcAft>
              <a:buNone/>
            </a:pPr>
            <a:fld id="{00000000-1234-1234-1234-123412341234}" type="slidenum">
              <a:rPr lang="en"/>
              <a:t>‹#›</a:t>
            </a:fld>
            <a:endParaRPr/>
          </a:p>
        </p:txBody>
      </p:sp>
      <p:sp>
        <p:nvSpPr>
          <p:cNvPr id="713" name="Google Shape;713;p73"/>
          <p:cNvSpPr/>
          <p:nvPr/>
        </p:nvSpPr>
        <p:spPr>
          <a:xfrm>
            <a:off x="298300" y="301050"/>
            <a:ext cx="5585100" cy="606600"/>
          </a:xfrm>
          <a:prstGeom prst="rect">
            <a:avLst/>
          </a:prstGeom>
          <a:solidFill>
            <a:schemeClr val="accen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exend"/>
              <a:ea typeface="Lexend"/>
              <a:cs typeface="Lexend"/>
              <a:sym typeface="Lexend"/>
            </a:endParaRPr>
          </a:p>
        </p:txBody>
      </p:sp>
      <p:sp>
        <p:nvSpPr>
          <p:cNvPr id="714" name="Google Shape;714;p73"/>
          <p:cNvSpPr txBox="1">
            <a:spLocks noGrp="1"/>
          </p:cNvSpPr>
          <p:nvPr>
            <p:ph type="title"/>
          </p:nvPr>
        </p:nvSpPr>
        <p:spPr>
          <a:xfrm>
            <a:off x="279185" y="338025"/>
            <a:ext cx="5562300" cy="675300"/>
          </a:xfrm>
          <a:prstGeom prst="rect">
            <a:avLst/>
          </a:prstGeom>
        </p:spPr>
        <p:txBody>
          <a:bodyPr spcFirstLastPara="1" wrap="square" lIns="91425" tIns="91425" rIns="91425" bIns="91425" anchor="t" anchorCtr="0">
            <a:normAutofit/>
          </a:bodyPr>
          <a:lstStyle>
            <a:lvl1pPr lvl="0">
              <a:spcBef>
                <a:spcPts val="0"/>
              </a:spcBef>
              <a:spcAft>
                <a:spcPts val="0"/>
              </a:spcAft>
              <a:buSzPts val="34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Tree>
  </p:cSld>
  <p:clrMapOvr>
    <a:masterClrMapping/>
  </p:clrMapOvr>
  <p:hf hdr="0" ftr="0" dt="0"/>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and image">
  <p:cSld name="Title and image">
    <p:spTree>
      <p:nvGrpSpPr>
        <p:cNvPr id="1" name="Shape 715"/>
        <p:cNvGrpSpPr/>
        <p:nvPr/>
      </p:nvGrpSpPr>
      <p:grpSpPr>
        <a:xfrm>
          <a:off x="0" y="0"/>
          <a:ext cx="0" cy="0"/>
          <a:chOff x="0" y="0"/>
          <a:chExt cx="0" cy="0"/>
        </a:xfrm>
      </p:grpSpPr>
      <p:sp>
        <p:nvSpPr>
          <p:cNvPr id="716" name="Google Shape;716;p74"/>
          <p:cNvSpPr>
            <a:spLocks noGrp="1"/>
          </p:cNvSpPr>
          <p:nvPr>
            <p:ph type="pic" idx="2"/>
          </p:nvPr>
        </p:nvSpPr>
        <p:spPr>
          <a:xfrm>
            <a:off x="332000" y="1102925"/>
            <a:ext cx="6915000" cy="3725400"/>
          </a:xfrm>
          <a:prstGeom prst="rect">
            <a:avLst/>
          </a:prstGeom>
          <a:noFill/>
          <a:ln w="19050" cap="flat" cmpd="sng">
            <a:solidFill>
              <a:schemeClr val="dk1"/>
            </a:solidFill>
            <a:prstDash val="solid"/>
            <a:round/>
            <a:headEnd type="none" w="sm" len="sm"/>
            <a:tailEnd type="none" w="sm" len="sm"/>
          </a:ln>
        </p:spPr>
      </p:sp>
      <p:sp>
        <p:nvSpPr>
          <p:cNvPr id="717" name="Google Shape;717;p74"/>
          <p:cNvSpPr/>
          <p:nvPr/>
        </p:nvSpPr>
        <p:spPr>
          <a:xfrm>
            <a:off x="7236337" y="1102925"/>
            <a:ext cx="1097400" cy="460500"/>
          </a:xfrm>
          <a:prstGeom prst="rect">
            <a:avLst/>
          </a:prstGeom>
          <a:solidFill>
            <a:schemeClr val="lt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exend"/>
              <a:ea typeface="Lexend"/>
              <a:cs typeface="Lexend"/>
              <a:sym typeface="Lexend"/>
            </a:endParaRPr>
          </a:p>
        </p:txBody>
      </p:sp>
      <p:sp>
        <p:nvSpPr>
          <p:cNvPr id="718" name="Google Shape;718;p74"/>
          <p:cNvSpPr/>
          <p:nvPr/>
        </p:nvSpPr>
        <p:spPr>
          <a:xfrm>
            <a:off x="8345421" y="287925"/>
            <a:ext cx="489000" cy="502500"/>
          </a:xfrm>
          <a:prstGeom prst="rect">
            <a:avLst/>
          </a:prstGeom>
          <a:solidFill>
            <a:schemeClr val="dk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exend"/>
              <a:ea typeface="Lexend"/>
              <a:cs typeface="Lexend"/>
              <a:sym typeface="Lexend"/>
            </a:endParaRPr>
          </a:p>
        </p:txBody>
      </p:sp>
      <p:sp>
        <p:nvSpPr>
          <p:cNvPr id="719" name="Google Shape;719;p74"/>
          <p:cNvSpPr txBox="1">
            <a:spLocks noGrp="1"/>
          </p:cNvSpPr>
          <p:nvPr>
            <p:ph type="sldNum" idx="12"/>
          </p:nvPr>
        </p:nvSpPr>
        <p:spPr>
          <a:xfrm>
            <a:off x="8333701" y="298859"/>
            <a:ext cx="489000" cy="502500"/>
          </a:xfrm>
          <a:prstGeom prst="rect">
            <a:avLst/>
          </a:prstGeom>
        </p:spPr>
        <p:txBody>
          <a:bodyPr spcFirstLastPara="1" wrap="square" lIns="91425" tIns="91425" rIns="91425" bIns="91425" anchor="ctr" anchorCtr="0">
            <a:noAutofit/>
          </a:bodyPr>
          <a:lstStyle>
            <a:lvl1pPr lvl="0" rtl="0">
              <a:buNone/>
              <a:defRPr>
                <a:solidFill>
                  <a:schemeClr val="dk1"/>
                </a:solidFill>
              </a:defRPr>
            </a:lvl1pPr>
            <a:lvl2pPr lvl="1" rtl="0">
              <a:buNone/>
              <a:defRPr>
                <a:solidFill>
                  <a:schemeClr val="dk1"/>
                </a:solidFill>
              </a:defRPr>
            </a:lvl2pPr>
            <a:lvl3pPr lvl="2" rtl="0">
              <a:buNone/>
              <a:defRPr>
                <a:solidFill>
                  <a:schemeClr val="dk1"/>
                </a:solidFill>
              </a:defRPr>
            </a:lvl3pPr>
            <a:lvl4pPr lvl="3" rtl="0">
              <a:buNone/>
              <a:defRPr>
                <a:solidFill>
                  <a:schemeClr val="dk1"/>
                </a:solidFill>
              </a:defRPr>
            </a:lvl4pPr>
            <a:lvl5pPr lvl="4" rtl="0">
              <a:buNone/>
              <a:defRPr>
                <a:solidFill>
                  <a:schemeClr val="dk1"/>
                </a:solidFill>
              </a:defRPr>
            </a:lvl5pPr>
            <a:lvl6pPr lvl="5" rtl="0">
              <a:buNone/>
              <a:defRPr>
                <a:solidFill>
                  <a:schemeClr val="dk1"/>
                </a:solidFill>
              </a:defRPr>
            </a:lvl6pPr>
            <a:lvl7pPr lvl="6" rtl="0">
              <a:buNone/>
              <a:defRPr>
                <a:solidFill>
                  <a:schemeClr val="dk1"/>
                </a:solidFill>
              </a:defRPr>
            </a:lvl7pPr>
            <a:lvl8pPr lvl="7" rtl="0">
              <a:buNone/>
              <a:defRPr>
                <a:solidFill>
                  <a:schemeClr val="dk1"/>
                </a:solidFill>
              </a:defRPr>
            </a:lvl8pPr>
            <a:lvl9pPr lvl="8" rtl="0">
              <a:buNone/>
              <a:defRPr>
                <a:solidFill>
                  <a:schemeClr val="dk1"/>
                </a:solidFill>
              </a:defRPr>
            </a:lvl9pPr>
          </a:lstStyle>
          <a:p>
            <a:pPr marL="0" lvl="0" indent="0" algn="ctr" rtl="0">
              <a:spcBef>
                <a:spcPts val="0"/>
              </a:spcBef>
              <a:spcAft>
                <a:spcPts val="0"/>
              </a:spcAft>
              <a:buNone/>
            </a:pPr>
            <a:fld id="{00000000-1234-1234-1234-123412341234}" type="slidenum">
              <a:rPr lang="en"/>
              <a:t>‹#›</a:t>
            </a:fld>
            <a:endParaRPr/>
          </a:p>
        </p:txBody>
      </p:sp>
      <p:sp>
        <p:nvSpPr>
          <p:cNvPr id="720" name="Google Shape;720;p74"/>
          <p:cNvSpPr/>
          <p:nvPr/>
        </p:nvSpPr>
        <p:spPr>
          <a:xfrm>
            <a:off x="298300" y="301050"/>
            <a:ext cx="5585100" cy="606600"/>
          </a:xfrm>
          <a:prstGeom prst="rect">
            <a:avLst/>
          </a:prstGeom>
          <a:solidFill>
            <a:schemeClr val="accen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exend"/>
              <a:ea typeface="Lexend"/>
              <a:cs typeface="Lexend"/>
              <a:sym typeface="Lexend"/>
            </a:endParaRPr>
          </a:p>
        </p:txBody>
      </p:sp>
      <p:sp>
        <p:nvSpPr>
          <p:cNvPr id="721" name="Google Shape;721;p74"/>
          <p:cNvSpPr txBox="1">
            <a:spLocks noGrp="1"/>
          </p:cNvSpPr>
          <p:nvPr>
            <p:ph type="title"/>
          </p:nvPr>
        </p:nvSpPr>
        <p:spPr>
          <a:xfrm>
            <a:off x="279185" y="338025"/>
            <a:ext cx="5562300" cy="675300"/>
          </a:xfrm>
          <a:prstGeom prst="rect">
            <a:avLst/>
          </a:prstGeom>
        </p:spPr>
        <p:txBody>
          <a:bodyPr spcFirstLastPara="1" wrap="square" lIns="91425" tIns="91425" rIns="91425" bIns="91425" anchor="t" anchorCtr="0">
            <a:normAutofit/>
          </a:bodyPr>
          <a:lstStyle>
            <a:lvl1pPr lvl="0">
              <a:spcBef>
                <a:spcPts val="0"/>
              </a:spcBef>
              <a:spcAft>
                <a:spcPts val="0"/>
              </a:spcAft>
              <a:buSzPts val="34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Tree>
  </p:cSld>
  <p:clrMapOvr>
    <a:masterClrMapping/>
  </p:clrMapOvr>
  <p:hf hdr="0" ftr="0" dt="0"/>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wo storyboards">
  <p:cSld name="Two storyboards">
    <p:spTree>
      <p:nvGrpSpPr>
        <p:cNvPr id="1" name="Shape 722"/>
        <p:cNvGrpSpPr/>
        <p:nvPr/>
      </p:nvGrpSpPr>
      <p:grpSpPr>
        <a:xfrm>
          <a:off x="0" y="0"/>
          <a:ext cx="0" cy="0"/>
          <a:chOff x="0" y="0"/>
          <a:chExt cx="0" cy="0"/>
        </a:xfrm>
      </p:grpSpPr>
      <p:sp>
        <p:nvSpPr>
          <p:cNvPr id="723" name="Google Shape;723;p75"/>
          <p:cNvSpPr/>
          <p:nvPr/>
        </p:nvSpPr>
        <p:spPr>
          <a:xfrm>
            <a:off x="299641" y="301944"/>
            <a:ext cx="2757300" cy="1012200"/>
          </a:xfrm>
          <a:prstGeom prst="rect">
            <a:avLst/>
          </a:prstGeom>
          <a:solidFill>
            <a:schemeClr val="accen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exend"/>
              <a:ea typeface="Lexend"/>
              <a:cs typeface="Lexend"/>
              <a:sym typeface="Lexend"/>
            </a:endParaRPr>
          </a:p>
        </p:txBody>
      </p:sp>
      <p:sp>
        <p:nvSpPr>
          <p:cNvPr id="724" name="Google Shape;724;p75"/>
          <p:cNvSpPr/>
          <p:nvPr/>
        </p:nvSpPr>
        <p:spPr>
          <a:xfrm>
            <a:off x="298987" y="3164944"/>
            <a:ext cx="2763300" cy="1683600"/>
          </a:xfrm>
          <a:prstGeom prst="rect">
            <a:avLst/>
          </a:prstGeom>
          <a:solidFill>
            <a:schemeClr val="accent3"/>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exend"/>
              <a:ea typeface="Lexend"/>
              <a:cs typeface="Lexend"/>
              <a:sym typeface="Lexend"/>
            </a:endParaRPr>
          </a:p>
        </p:txBody>
      </p:sp>
      <p:sp>
        <p:nvSpPr>
          <p:cNvPr id="725" name="Google Shape;725;p75"/>
          <p:cNvSpPr txBox="1">
            <a:spLocks noGrp="1"/>
          </p:cNvSpPr>
          <p:nvPr>
            <p:ph type="title"/>
          </p:nvPr>
        </p:nvSpPr>
        <p:spPr>
          <a:xfrm>
            <a:off x="276860" y="334005"/>
            <a:ext cx="2729700" cy="1134900"/>
          </a:xfrm>
          <a:prstGeom prst="rect">
            <a:avLst/>
          </a:prstGeom>
        </p:spPr>
        <p:txBody>
          <a:bodyPr spcFirstLastPara="1" wrap="square" lIns="91425" tIns="91425" rIns="91425" bIns="91425" anchor="t" anchorCtr="0">
            <a:normAutofit/>
          </a:bodyPr>
          <a:lstStyle>
            <a:lvl1pPr lvl="0">
              <a:spcBef>
                <a:spcPts val="0"/>
              </a:spcBef>
              <a:spcAft>
                <a:spcPts val="0"/>
              </a:spcAft>
              <a:buSzPts val="34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726" name="Google Shape;726;p75"/>
          <p:cNvSpPr txBox="1">
            <a:spLocks noGrp="1"/>
          </p:cNvSpPr>
          <p:nvPr>
            <p:ph type="subTitle" idx="1"/>
          </p:nvPr>
        </p:nvSpPr>
        <p:spPr>
          <a:xfrm>
            <a:off x="335627" y="3143713"/>
            <a:ext cx="2723100" cy="5445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27" name="Google Shape;727;p75"/>
          <p:cNvSpPr/>
          <p:nvPr/>
        </p:nvSpPr>
        <p:spPr>
          <a:xfrm>
            <a:off x="3055339" y="3164944"/>
            <a:ext cx="2757300" cy="1683600"/>
          </a:xfrm>
          <a:prstGeom prst="rect">
            <a:avLst/>
          </a:prstGeom>
          <a:solidFill>
            <a:schemeClr val="dk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exend"/>
              <a:ea typeface="Lexend"/>
              <a:cs typeface="Lexend"/>
              <a:sym typeface="Lexend"/>
            </a:endParaRPr>
          </a:p>
        </p:txBody>
      </p:sp>
      <p:sp>
        <p:nvSpPr>
          <p:cNvPr id="728" name="Google Shape;728;p75"/>
          <p:cNvSpPr>
            <a:spLocks noGrp="1"/>
          </p:cNvSpPr>
          <p:nvPr>
            <p:ph type="pic" idx="2"/>
          </p:nvPr>
        </p:nvSpPr>
        <p:spPr>
          <a:xfrm>
            <a:off x="305510" y="1313560"/>
            <a:ext cx="2746200" cy="1841700"/>
          </a:xfrm>
          <a:prstGeom prst="rect">
            <a:avLst/>
          </a:prstGeom>
          <a:noFill/>
          <a:ln w="19050" cap="flat" cmpd="sng">
            <a:solidFill>
              <a:schemeClr val="dk1"/>
            </a:solidFill>
            <a:prstDash val="solid"/>
            <a:round/>
            <a:headEnd type="none" w="sm" len="sm"/>
            <a:tailEnd type="none" w="sm" len="sm"/>
          </a:ln>
        </p:spPr>
      </p:sp>
      <p:sp>
        <p:nvSpPr>
          <p:cNvPr id="729" name="Google Shape;729;p75"/>
          <p:cNvSpPr txBox="1">
            <a:spLocks noGrp="1"/>
          </p:cNvSpPr>
          <p:nvPr>
            <p:ph type="subTitle" idx="3"/>
          </p:nvPr>
        </p:nvSpPr>
        <p:spPr>
          <a:xfrm>
            <a:off x="3085572" y="3143713"/>
            <a:ext cx="2723100" cy="5445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30" name="Google Shape;730;p75"/>
          <p:cNvSpPr txBox="1">
            <a:spLocks noGrp="1"/>
          </p:cNvSpPr>
          <p:nvPr>
            <p:ph type="body" idx="4"/>
          </p:nvPr>
        </p:nvSpPr>
        <p:spPr>
          <a:xfrm>
            <a:off x="329783" y="3743746"/>
            <a:ext cx="2697000" cy="10959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
        <p:nvSpPr>
          <p:cNvPr id="731" name="Google Shape;731;p75"/>
          <p:cNvSpPr txBox="1">
            <a:spLocks noGrp="1"/>
          </p:cNvSpPr>
          <p:nvPr>
            <p:ph type="body" idx="5"/>
          </p:nvPr>
        </p:nvSpPr>
        <p:spPr>
          <a:xfrm>
            <a:off x="3088466" y="3743746"/>
            <a:ext cx="2697000" cy="10959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
        <p:nvSpPr>
          <p:cNvPr id="732" name="Google Shape;732;p75"/>
          <p:cNvSpPr/>
          <p:nvPr/>
        </p:nvSpPr>
        <p:spPr>
          <a:xfrm>
            <a:off x="3062463" y="809593"/>
            <a:ext cx="1136400" cy="503700"/>
          </a:xfrm>
          <a:prstGeom prst="rect">
            <a:avLst/>
          </a:prstGeom>
          <a:solidFill>
            <a:schemeClr val="lt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exend"/>
              <a:ea typeface="Lexend"/>
              <a:cs typeface="Lexend"/>
              <a:sym typeface="Lexend"/>
            </a:endParaRPr>
          </a:p>
        </p:txBody>
      </p:sp>
      <p:sp>
        <p:nvSpPr>
          <p:cNvPr id="733" name="Google Shape;733;p75"/>
          <p:cNvSpPr>
            <a:spLocks noGrp="1"/>
          </p:cNvSpPr>
          <p:nvPr>
            <p:ph type="pic" idx="6"/>
          </p:nvPr>
        </p:nvSpPr>
        <p:spPr>
          <a:xfrm>
            <a:off x="3063994" y="1313560"/>
            <a:ext cx="2746200" cy="1841700"/>
          </a:xfrm>
          <a:prstGeom prst="rect">
            <a:avLst/>
          </a:prstGeom>
          <a:noFill/>
          <a:ln w="19050" cap="flat" cmpd="sng">
            <a:solidFill>
              <a:schemeClr val="dk1"/>
            </a:solidFill>
            <a:prstDash val="solid"/>
            <a:round/>
            <a:headEnd type="none" w="sm" len="sm"/>
            <a:tailEnd type="none" w="sm" len="sm"/>
          </a:ln>
        </p:spPr>
      </p:sp>
      <p:sp>
        <p:nvSpPr>
          <p:cNvPr id="734" name="Google Shape;734;p75"/>
          <p:cNvSpPr/>
          <p:nvPr/>
        </p:nvSpPr>
        <p:spPr>
          <a:xfrm>
            <a:off x="8345421" y="287925"/>
            <a:ext cx="489000" cy="502500"/>
          </a:xfrm>
          <a:prstGeom prst="rect">
            <a:avLst/>
          </a:prstGeom>
          <a:solidFill>
            <a:schemeClr val="dk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exend"/>
              <a:ea typeface="Lexend"/>
              <a:cs typeface="Lexend"/>
              <a:sym typeface="Lexend"/>
            </a:endParaRPr>
          </a:p>
        </p:txBody>
      </p:sp>
      <p:sp>
        <p:nvSpPr>
          <p:cNvPr id="735" name="Google Shape;735;p75"/>
          <p:cNvSpPr txBox="1">
            <a:spLocks noGrp="1"/>
          </p:cNvSpPr>
          <p:nvPr>
            <p:ph type="sldNum" idx="12"/>
          </p:nvPr>
        </p:nvSpPr>
        <p:spPr>
          <a:xfrm>
            <a:off x="8333701" y="298859"/>
            <a:ext cx="489000" cy="502500"/>
          </a:xfrm>
          <a:prstGeom prst="rect">
            <a:avLst/>
          </a:prstGeom>
        </p:spPr>
        <p:txBody>
          <a:bodyPr spcFirstLastPara="1" wrap="square" lIns="91425" tIns="91425" rIns="91425" bIns="91425" anchor="ctr" anchorCtr="0">
            <a:noAutofit/>
          </a:bodyPr>
          <a:lstStyle>
            <a:lvl1pPr lvl="0" rtl="0">
              <a:buNone/>
              <a:defRPr>
                <a:solidFill>
                  <a:schemeClr val="dk1"/>
                </a:solidFill>
              </a:defRPr>
            </a:lvl1pPr>
            <a:lvl2pPr lvl="1" rtl="0">
              <a:buNone/>
              <a:defRPr>
                <a:solidFill>
                  <a:schemeClr val="dk1"/>
                </a:solidFill>
              </a:defRPr>
            </a:lvl2pPr>
            <a:lvl3pPr lvl="2" rtl="0">
              <a:buNone/>
              <a:defRPr>
                <a:solidFill>
                  <a:schemeClr val="dk1"/>
                </a:solidFill>
              </a:defRPr>
            </a:lvl3pPr>
            <a:lvl4pPr lvl="3" rtl="0">
              <a:buNone/>
              <a:defRPr>
                <a:solidFill>
                  <a:schemeClr val="dk1"/>
                </a:solidFill>
              </a:defRPr>
            </a:lvl4pPr>
            <a:lvl5pPr lvl="4" rtl="0">
              <a:buNone/>
              <a:defRPr>
                <a:solidFill>
                  <a:schemeClr val="dk1"/>
                </a:solidFill>
              </a:defRPr>
            </a:lvl5pPr>
            <a:lvl6pPr lvl="5" rtl="0">
              <a:buNone/>
              <a:defRPr>
                <a:solidFill>
                  <a:schemeClr val="dk1"/>
                </a:solidFill>
              </a:defRPr>
            </a:lvl6pPr>
            <a:lvl7pPr lvl="6" rtl="0">
              <a:buNone/>
              <a:defRPr>
                <a:solidFill>
                  <a:schemeClr val="dk1"/>
                </a:solidFill>
              </a:defRPr>
            </a:lvl7pPr>
            <a:lvl8pPr lvl="7" rtl="0">
              <a:buNone/>
              <a:defRPr>
                <a:solidFill>
                  <a:schemeClr val="dk1"/>
                </a:solidFill>
              </a:defRPr>
            </a:lvl8pPr>
            <a:lvl9pPr lvl="8" rtl="0">
              <a:buNone/>
              <a:defRPr>
                <a:solidFill>
                  <a:schemeClr val="dk1"/>
                </a:solidFill>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hf hdr="0" ftr="0" dt="0"/>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hree storyboards">
  <p:cSld name="Three storyboards">
    <p:spTree>
      <p:nvGrpSpPr>
        <p:cNvPr id="1" name="Shape 736"/>
        <p:cNvGrpSpPr/>
        <p:nvPr/>
      </p:nvGrpSpPr>
      <p:grpSpPr>
        <a:xfrm>
          <a:off x="0" y="0"/>
          <a:ext cx="0" cy="0"/>
          <a:chOff x="0" y="0"/>
          <a:chExt cx="0" cy="0"/>
        </a:xfrm>
      </p:grpSpPr>
      <p:sp>
        <p:nvSpPr>
          <p:cNvPr id="737" name="Google Shape;737;p76"/>
          <p:cNvSpPr/>
          <p:nvPr/>
        </p:nvSpPr>
        <p:spPr>
          <a:xfrm>
            <a:off x="298192" y="301228"/>
            <a:ext cx="2757300" cy="1012200"/>
          </a:xfrm>
          <a:prstGeom prst="rect">
            <a:avLst/>
          </a:prstGeom>
          <a:solidFill>
            <a:schemeClr val="accen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exend"/>
              <a:ea typeface="Lexend"/>
              <a:cs typeface="Lexend"/>
              <a:sym typeface="Lexend"/>
            </a:endParaRPr>
          </a:p>
        </p:txBody>
      </p:sp>
      <p:sp>
        <p:nvSpPr>
          <p:cNvPr id="738" name="Google Shape;738;p76"/>
          <p:cNvSpPr/>
          <p:nvPr/>
        </p:nvSpPr>
        <p:spPr>
          <a:xfrm>
            <a:off x="297538" y="3164228"/>
            <a:ext cx="2763300" cy="1683600"/>
          </a:xfrm>
          <a:prstGeom prst="rect">
            <a:avLst/>
          </a:prstGeom>
          <a:solidFill>
            <a:schemeClr val="accent3"/>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exend"/>
              <a:ea typeface="Lexend"/>
              <a:cs typeface="Lexend"/>
              <a:sym typeface="Lexend"/>
            </a:endParaRPr>
          </a:p>
        </p:txBody>
      </p:sp>
      <p:sp>
        <p:nvSpPr>
          <p:cNvPr id="739" name="Google Shape;739;p76"/>
          <p:cNvSpPr txBox="1">
            <a:spLocks noGrp="1"/>
          </p:cNvSpPr>
          <p:nvPr>
            <p:ph type="subTitle" idx="1"/>
          </p:nvPr>
        </p:nvSpPr>
        <p:spPr>
          <a:xfrm>
            <a:off x="334178" y="3142997"/>
            <a:ext cx="2723100" cy="5445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40" name="Google Shape;740;p76"/>
          <p:cNvSpPr/>
          <p:nvPr/>
        </p:nvSpPr>
        <p:spPr>
          <a:xfrm>
            <a:off x="3053889" y="3164228"/>
            <a:ext cx="2757300" cy="1683600"/>
          </a:xfrm>
          <a:prstGeom prst="rect">
            <a:avLst/>
          </a:prstGeom>
          <a:solidFill>
            <a:schemeClr val="dk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exend"/>
              <a:ea typeface="Lexend"/>
              <a:cs typeface="Lexend"/>
              <a:sym typeface="Lexend"/>
            </a:endParaRPr>
          </a:p>
        </p:txBody>
      </p:sp>
      <p:sp>
        <p:nvSpPr>
          <p:cNvPr id="741" name="Google Shape;741;p76"/>
          <p:cNvSpPr txBox="1">
            <a:spLocks noGrp="1"/>
          </p:cNvSpPr>
          <p:nvPr>
            <p:ph type="title"/>
          </p:nvPr>
        </p:nvSpPr>
        <p:spPr>
          <a:xfrm>
            <a:off x="276860" y="334005"/>
            <a:ext cx="2729700" cy="1134900"/>
          </a:xfrm>
          <a:prstGeom prst="rect">
            <a:avLst/>
          </a:prstGeom>
        </p:spPr>
        <p:txBody>
          <a:bodyPr spcFirstLastPara="1" wrap="square" lIns="91425" tIns="91425" rIns="91425" bIns="91425" anchor="t" anchorCtr="0">
            <a:normAutofit/>
          </a:bodyPr>
          <a:lstStyle>
            <a:lvl1pPr lvl="0">
              <a:spcBef>
                <a:spcPts val="0"/>
              </a:spcBef>
              <a:spcAft>
                <a:spcPts val="0"/>
              </a:spcAft>
              <a:buSzPts val="34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742" name="Google Shape;742;p76"/>
          <p:cNvSpPr>
            <a:spLocks noGrp="1"/>
          </p:cNvSpPr>
          <p:nvPr>
            <p:ph type="pic" idx="2"/>
          </p:nvPr>
        </p:nvSpPr>
        <p:spPr>
          <a:xfrm>
            <a:off x="304061" y="1312844"/>
            <a:ext cx="2746200" cy="1841700"/>
          </a:xfrm>
          <a:prstGeom prst="rect">
            <a:avLst/>
          </a:prstGeom>
          <a:noFill/>
          <a:ln w="19050" cap="flat" cmpd="sng">
            <a:solidFill>
              <a:schemeClr val="dk1"/>
            </a:solidFill>
            <a:prstDash val="solid"/>
            <a:round/>
            <a:headEnd type="none" w="sm" len="sm"/>
            <a:tailEnd type="none" w="sm" len="sm"/>
          </a:ln>
        </p:spPr>
      </p:sp>
      <p:sp>
        <p:nvSpPr>
          <p:cNvPr id="743" name="Google Shape;743;p76"/>
          <p:cNvSpPr txBox="1">
            <a:spLocks noGrp="1"/>
          </p:cNvSpPr>
          <p:nvPr>
            <p:ph type="subTitle" idx="3"/>
          </p:nvPr>
        </p:nvSpPr>
        <p:spPr>
          <a:xfrm>
            <a:off x="3084123" y="3142997"/>
            <a:ext cx="2723100" cy="5445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44" name="Google Shape;744;p76"/>
          <p:cNvSpPr txBox="1">
            <a:spLocks noGrp="1"/>
          </p:cNvSpPr>
          <p:nvPr>
            <p:ph type="body" idx="4"/>
          </p:nvPr>
        </p:nvSpPr>
        <p:spPr>
          <a:xfrm>
            <a:off x="328334" y="3743030"/>
            <a:ext cx="2697000" cy="10959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
        <p:nvSpPr>
          <p:cNvPr id="745" name="Google Shape;745;p76"/>
          <p:cNvSpPr txBox="1">
            <a:spLocks noGrp="1"/>
          </p:cNvSpPr>
          <p:nvPr>
            <p:ph type="body" idx="5"/>
          </p:nvPr>
        </p:nvSpPr>
        <p:spPr>
          <a:xfrm>
            <a:off x="3087016" y="3743030"/>
            <a:ext cx="2697000" cy="10959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
        <p:nvSpPr>
          <p:cNvPr id="746" name="Google Shape;746;p76"/>
          <p:cNvSpPr/>
          <p:nvPr/>
        </p:nvSpPr>
        <p:spPr>
          <a:xfrm>
            <a:off x="3061014" y="808877"/>
            <a:ext cx="1136400" cy="503700"/>
          </a:xfrm>
          <a:prstGeom prst="rect">
            <a:avLst/>
          </a:prstGeom>
          <a:solidFill>
            <a:schemeClr val="lt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exend"/>
              <a:ea typeface="Lexend"/>
              <a:cs typeface="Lexend"/>
              <a:sym typeface="Lexend"/>
            </a:endParaRPr>
          </a:p>
        </p:txBody>
      </p:sp>
      <p:sp>
        <p:nvSpPr>
          <p:cNvPr id="747" name="Google Shape;747;p76"/>
          <p:cNvSpPr>
            <a:spLocks noGrp="1"/>
          </p:cNvSpPr>
          <p:nvPr>
            <p:ph type="pic" idx="6"/>
          </p:nvPr>
        </p:nvSpPr>
        <p:spPr>
          <a:xfrm>
            <a:off x="3062545" y="1312844"/>
            <a:ext cx="2746200" cy="1841700"/>
          </a:xfrm>
          <a:prstGeom prst="rect">
            <a:avLst/>
          </a:prstGeom>
          <a:noFill/>
          <a:ln w="19050" cap="flat" cmpd="sng">
            <a:solidFill>
              <a:schemeClr val="dk1"/>
            </a:solidFill>
            <a:prstDash val="solid"/>
            <a:round/>
            <a:headEnd type="none" w="sm" len="sm"/>
            <a:tailEnd type="none" w="sm" len="sm"/>
          </a:ln>
        </p:spPr>
      </p:sp>
      <p:sp>
        <p:nvSpPr>
          <p:cNvPr id="748" name="Google Shape;748;p76"/>
          <p:cNvSpPr/>
          <p:nvPr/>
        </p:nvSpPr>
        <p:spPr>
          <a:xfrm>
            <a:off x="8345421" y="287925"/>
            <a:ext cx="489000" cy="502500"/>
          </a:xfrm>
          <a:prstGeom prst="rect">
            <a:avLst/>
          </a:prstGeom>
          <a:solidFill>
            <a:schemeClr val="dk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exend"/>
              <a:ea typeface="Lexend"/>
              <a:cs typeface="Lexend"/>
              <a:sym typeface="Lexend"/>
            </a:endParaRPr>
          </a:p>
        </p:txBody>
      </p:sp>
      <p:sp>
        <p:nvSpPr>
          <p:cNvPr id="749" name="Google Shape;749;p76"/>
          <p:cNvSpPr txBox="1">
            <a:spLocks noGrp="1"/>
          </p:cNvSpPr>
          <p:nvPr>
            <p:ph type="sldNum" idx="12"/>
          </p:nvPr>
        </p:nvSpPr>
        <p:spPr>
          <a:xfrm>
            <a:off x="8333701" y="298859"/>
            <a:ext cx="489000" cy="502500"/>
          </a:xfrm>
          <a:prstGeom prst="rect">
            <a:avLst/>
          </a:prstGeom>
        </p:spPr>
        <p:txBody>
          <a:bodyPr spcFirstLastPara="1" wrap="square" lIns="91425" tIns="91425" rIns="91425" bIns="91425" anchor="ctr" anchorCtr="0">
            <a:noAutofit/>
          </a:bodyPr>
          <a:lstStyle>
            <a:lvl1pPr lvl="0" rtl="0">
              <a:buNone/>
              <a:defRPr>
                <a:solidFill>
                  <a:schemeClr val="dk1"/>
                </a:solidFill>
              </a:defRPr>
            </a:lvl1pPr>
            <a:lvl2pPr lvl="1" rtl="0">
              <a:buNone/>
              <a:defRPr>
                <a:solidFill>
                  <a:schemeClr val="dk1"/>
                </a:solidFill>
              </a:defRPr>
            </a:lvl2pPr>
            <a:lvl3pPr lvl="2" rtl="0">
              <a:buNone/>
              <a:defRPr>
                <a:solidFill>
                  <a:schemeClr val="dk1"/>
                </a:solidFill>
              </a:defRPr>
            </a:lvl3pPr>
            <a:lvl4pPr lvl="3" rtl="0">
              <a:buNone/>
              <a:defRPr>
                <a:solidFill>
                  <a:schemeClr val="dk1"/>
                </a:solidFill>
              </a:defRPr>
            </a:lvl4pPr>
            <a:lvl5pPr lvl="4" rtl="0">
              <a:buNone/>
              <a:defRPr>
                <a:solidFill>
                  <a:schemeClr val="dk1"/>
                </a:solidFill>
              </a:defRPr>
            </a:lvl5pPr>
            <a:lvl6pPr lvl="5" rtl="0">
              <a:buNone/>
              <a:defRPr>
                <a:solidFill>
                  <a:schemeClr val="dk1"/>
                </a:solidFill>
              </a:defRPr>
            </a:lvl6pPr>
            <a:lvl7pPr lvl="6" rtl="0">
              <a:buNone/>
              <a:defRPr>
                <a:solidFill>
                  <a:schemeClr val="dk1"/>
                </a:solidFill>
              </a:defRPr>
            </a:lvl7pPr>
            <a:lvl8pPr lvl="7" rtl="0">
              <a:buNone/>
              <a:defRPr>
                <a:solidFill>
                  <a:schemeClr val="dk1"/>
                </a:solidFill>
              </a:defRPr>
            </a:lvl8pPr>
            <a:lvl9pPr lvl="8" rtl="0">
              <a:buNone/>
              <a:defRPr>
                <a:solidFill>
                  <a:schemeClr val="dk1"/>
                </a:solidFill>
              </a:defRPr>
            </a:lvl9pPr>
          </a:lstStyle>
          <a:p>
            <a:pPr marL="0" lvl="0" indent="0" algn="ctr" rtl="0">
              <a:spcBef>
                <a:spcPts val="0"/>
              </a:spcBef>
              <a:spcAft>
                <a:spcPts val="0"/>
              </a:spcAft>
              <a:buNone/>
            </a:pPr>
            <a:fld id="{00000000-1234-1234-1234-123412341234}" type="slidenum">
              <a:rPr lang="en"/>
              <a:t>‹#›</a:t>
            </a:fld>
            <a:endParaRPr/>
          </a:p>
        </p:txBody>
      </p:sp>
      <p:sp>
        <p:nvSpPr>
          <p:cNvPr id="750" name="Google Shape;750;p76"/>
          <p:cNvSpPr/>
          <p:nvPr/>
        </p:nvSpPr>
        <p:spPr>
          <a:xfrm>
            <a:off x="5811189" y="3164228"/>
            <a:ext cx="2757300" cy="1683600"/>
          </a:xfrm>
          <a:prstGeom prst="rect">
            <a:avLst/>
          </a:prstGeom>
          <a:solidFill>
            <a:schemeClr val="accent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exend"/>
              <a:ea typeface="Lexend"/>
              <a:cs typeface="Lexend"/>
              <a:sym typeface="Lexend"/>
            </a:endParaRPr>
          </a:p>
        </p:txBody>
      </p:sp>
      <p:sp>
        <p:nvSpPr>
          <p:cNvPr id="751" name="Google Shape;751;p76"/>
          <p:cNvSpPr txBox="1">
            <a:spLocks noGrp="1"/>
          </p:cNvSpPr>
          <p:nvPr>
            <p:ph type="subTitle" idx="7"/>
          </p:nvPr>
        </p:nvSpPr>
        <p:spPr>
          <a:xfrm>
            <a:off x="5841423" y="3142997"/>
            <a:ext cx="2723100" cy="5445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52" name="Google Shape;752;p76"/>
          <p:cNvSpPr txBox="1">
            <a:spLocks noGrp="1"/>
          </p:cNvSpPr>
          <p:nvPr>
            <p:ph type="body" idx="8"/>
          </p:nvPr>
        </p:nvSpPr>
        <p:spPr>
          <a:xfrm>
            <a:off x="5844316" y="3743030"/>
            <a:ext cx="2697000" cy="10959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
        <p:nvSpPr>
          <p:cNvPr id="753" name="Google Shape;753;p76"/>
          <p:cNvSpPr>
            <a:spLocks noGrp="1"/>
          </p:cNvSpPr>
          <p:nvPr>
            <p:ph type="pic" idx="9"/>
          </p:nvPr>
        </p:nvSpPr>
        <p:spPr>
          <a:xfrm>
            <a:off x="5819845" y="1312844"/>
            <a:ext cx="2746200" cy="1841700"/>
          </a:xfrm>
          <a:prstGeom prst="rect">
            <a:avLst/>
          </a:prstGeom>
          <a:noFill/>
          <a:ln w="19050" cap="flat" cmpd="sng">
            <a:solidFill>
              <a:schemeClr val="dk1"/>
            </a:solidFill>
            <a:prstDash val="solid"/>
            <a:round/>
            <a:headEnd type="none" w="sm" len="sm"/>
            <a:tailEnd type="none" w="sm" len="sm"/>
          </a:ln>
        </p:spPr>
      </p:sp>
    </p:spTree>
  </p:cSld>
  <p:clrMapOvr>
    <a:masterClrMapping/>
  </p:clrMapOvr>
  <p:hf hdr="0" ftr="0" dt="0"/>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Image only">
  <p:cSld name="Image only">
    <p:spTree>
      <p:nvGrpSpPr>
        <p:cNvPr id="1" name="Shape 754"/>
        <p:cNvGrpSpPr/>
        <p:nvPr/>
      </p:nvGrpSpPr>
      <p:grpSpPr>
        <a:xfrm>
          <a:off x="0" y="0"/>
          <a:ext cx="0" cy="0"/>
          <a:chOff x="0" y="0"/>
          <a:chExt cx="0" cy="0"/>
        </a:xfrm>
      </p:grpSpPr>
      <p:sp>
        <p:nvSpPr>
          <p:cNvPr id="755" name="Google Shape;755;p77"/>
          <p:cNvSpPr>
            <a:spLocks noGrp="1"/>
          </p:cNvSpPr>
          <p:nvPr>
            <p:ph type="pic" idx="2"/>
          </p:nvPr>
        </p:nvSpPr>
        <p:spPr>
          <a:xfrm>
            <a:off x="317500" y="1104900"/>
            <a:ext cx="8521800" cy="3733800"/>
          </a:xfrm>
          <a:prstGeom prst="rect">
            <a:avLst/>
          </a:prstGeom>
          <a:noFill/>
          <a:ln w="19050" cap="flat" cmpd="sng">
            <a:solidFill>
              <a:schemeClr val="dk1"/>
            </a:solidFill>
            <a:prstDash val="solid"/>
            <a:round/>
            <a:headEnd type="none" w="sm" len="sm"/>
            <a:tailEnd type="none" w="sm" len="sm"/>
          </a:ln>
        </p:spPr>
      </p:sp>
      <p:sp>
        <p:nvSpPr>
          <p:cNvPr id="756" name="Google Shape;756;p77"/>
          <p:cNvSpPr/>
          <p:nvPr/>
        </p:nvSpPr>
        <p:spPr>
          <a:xfrm>
            <a:off x="8345421" y="287925"/>
            <a:ext cx="489000" cy="502500"/>
          </a:xfrm>
          <a:prstGeom prst="rect">
            <a:avLst/>
          </a:prstGeom>
          <a:solidFill>
            <a:schemeClr val="dk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exend"/>
              <a:ea typeface="Lexend"/>
              <a:cs typeface="Lexend"/>
              <a:sym typeface="Lexend"/>
            </a:endParaRPr>
          </a:p>
        </p:txBody>
      </p:sp>
      <p:sp>
        <p:nvSpPr>
          <p:cNvPr id="757" name="Google Shape;757;p77"/>
          <p:cNvSpPr txBox="1">
            <a:spLocks noGrp="1"/>
          </p:cNvSpPr>
          <p:nvPr>
            <p:ph type="sldNum" idx="12"/>
          </p:nvPr>
        </p:nvSpPr>
        <p:spPr>
          <a:xfrm>
            <a:off x="8333701" y="298859"/>
            <a:ext cx="489000" cy="502500"/>
          </a:xfrm>
          <a:prstGeom prst="rect">
            <a:avLst/>
          </a:prstGeom>
        </p:spPr>
        <p:txBody>
          <a:bodyPr spcFirstLastPara="1" wrap="square" lIns="91425" tIns="91425" rIns="91425" bIns="91425" anchor="ctr" anchorCtr="0">
            <a:noAutofit/>
          </a:bodyPr>
          <a:lstStyle>
            <a:lvl1pPr lvl="0" rtl="0">
              <a:buNone/>
              <a:defRPr>
                <a:solidFill>
                  <a:schemeClr val="dk1"/>
                </a:solidFill>
              </a:defRPr>
            </a:lvl1pPr>
            <a:lvl2pPr lvl="1" rtl="0">
              <a:buNone/>
              <a:defRPr>
                <a:solidFill>
                  <a:schemeClr val="dk1"/>
                </a:solidFill>
              </a:defRPr>
            </a:lvl2pPr>
            <a:lvl3pPr lvl="2" rtl="0">
              <a:buNone/>
              <a:defRPr>
                <a:solidFill>
                  <a:schemeClr val="dk1"/>
                </a:solidFill>
              </a:defRPr>
            </a:lvl3pPr>
            <a:lvl4pPr lvl="3" rtl="0">
              <a:buNone/>
              <a:defRPr>
                <a:solidFill>
                  <a:schemeClr val="dk1"/>
                </a:solidFill>
              </a:defRPr>
            </a:lvl4pPr>
            <a:lvl5pPr lvl="4" rtl="0">
              <a:buNone/>
              <a:defRPr>
                <a:solidFill>
                  <a:schemeClr val="dk1"/>
                </a:solidFill>
              </a:defRPr>
            </a:lvl5pPr>
            <a:lvl6pPr lvl="5" rtl="0">
              <a:buNone/>
              <a:defRPr>
                <a:solidFill>
                  <a:schemeClr val="dk1"/>
                </a:solidFill>
              </a:defRPr>
            </a:lvl6pPr>
            <a:lvl7pPr lvl="6" rtl="0">
              <a:buNone/>
              <a:defRPr>
                <a:solidFill>
                  <a:schemeClr val="dk1"/>
                </a:solidFill>
              </a:defRPr>
            </a:lvl7pPr>
            <a:lvl8pPr lvl="7" rtl="0">
              <a:buNone/>
              <a:defRPr>
                <a:solidFill>
                  <a:schemeClr val="dk1"/>
                </a:solidFill>
              </a:defRPr>
            </a:lvl8pPr>
            <a:lvl9pPr lvl="8" rtl="0">
              <a:buNone/>
              <a:defRPr>
                <a:solidFill>
                  <a:schemeClr val="dk1"/>
                </a:solidFill>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hf hdr="0" ftr="0" dt="0"/>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Image grid">
  <p:cSld name="Image grid">
    <p:spTree>
      <p:nvGrpSpPr>
        <p:cNvPr id="1" name="Shape 758"/>
        <p:cNvGrpSpPr/>
        <p:nvPr/>
      </p:nvGrpSpPr>
      <p:grpSpPr>
        <a:xfrm>
          <a:off x="0" y="0"/>
          <a:ext cx="0" cy="0"/>
          <a:chOff x="0" y="0"/>
          <a:chExt cx="0" cy="0"/>
        </a:xfrm>
      </p:grpSpPr>
      <p:sp>
        <p:nvSpPr>
          <p:cNvPr id="759" name="Google Shape;759;p78"/>
          <p:cNvSpPr>
            <a:spLocks noGrp="1"/>
          </p:cNvSpPr>
          <p:nvPr>
            <p:ph type="pic" idx="2"/>
          </p:nvPr>
        </p:nvSpPr>
        <p:spPr>
          <a:xfrm>
            <a:off x="340412" y="3044150"/>
            <a:ext cx="2087400" cy="1769100"/>
          </a:xfrm>
          <a:prstGeom prst="rect">
            <a:avLst/>
          </a:prstGeom>
          <a:noFill/>
          <a:ln w="19050" cap="flat" cmpd="sng">
            <a:solidFill>
              <a:schemeClr val="dk1"/>
            </a:solidFill>
            <a:prstDash val="solid"/>
            <a:round/>
            <a:headEnd type="none" w="sm" len="sm"/>
            <a:tailEnd type="none" w="sm" len="sm"/>
          </a:ln>
        </p:spPr>
      </p:sp>
      <p:sp>
        <p:nvSpPr>
          <p:cNvPr id="760" name="Google Shape;760;p78"/>
          <p:cNvSpPr>
            <a:spLocks noGrp="1"/>
          </p:cNvSpPr>
          <p:nvPr>
            <p:ph type="pic" idx="3"/>
          </p:nvPr>
        </p:nvSpPr>
        <p:spPr>
          <a:xfrm>
            <a:off x="5649300" y="3044303"/>
            <a:ext cx="1190100" cy="1769100"/>
          </a:xfrm>
          <a:prstGeom prst="rect">
            <a:avLst/>
          </a:prstGeom>
          <a:noFill/>
          <a:ln w="19050" cap="flat" cmpd="sng">
            <a:solidFill>
              <a:schemeClr val="dk1"/>
            </a:solidFill>
            <a:prstDash val="solid"/>
            <a:round/>
            <a:headEnd type="none" w="sm" len="sm"/>
            <a:tailEnd type="none" w="sm" len="sm"/>
          </a:ln>
        </p:spPr>
      </p:sp>
      <p:sp>
        <p:nvSpPr>
          <p:cNvPr id="761" name="Google Shape;761;p78"/>
          <p:cNvSpPr>
            <a:spLocks noGrp="1"/>
          </p:cNvSpPr>
          <p:nvPr>
            <p:ph type="pic" idx="4"/>
          </p:nvPr>
        </p:nvSpPr>
        <p:spPr>
          <a:xfrm>
            <a:off x="340400" y="1690778"/>
            <a:ext cx="1416300" cy="1338000"/>
          </a:xfrm>
          <a:prstGeom prst="rect">
            <a:avLst/>
          </a:prstGeom>
          <a:noFill/>
          <a:ln w="19050" cap="flat" cmpd="sng">
            <a:solidFill>
              <a:schemeClr val="dk1"/>
            </a:solidFill>
            <a:prstDash val="solid"/>
            <a:round/>
            <a:headEnd type="none" w="sm" len="sm"/>
            <a:tailEnd type="none" w="sm" len="sm"/>
          </a:ln>
        </p:spPr>
      </p:sp>
      <p:sp>
        <p:nvSpPr>
          <p:cNvPr id="762" name="Google Shape;762;p78"/>
          <p:cNvSpPr>
            <a:spLocks noGrp="1"/>
          </p:cNvSpPr>
          <p:nvPr>
            <p:ph type="pic" idx="5"/>
          </p:nvPr>
        </p:nvSpPr>
        <p:spPr>
          <a:xfrm>
            <a:off x="2443047" y="3044052"/>
            <a:ext cx="1190100" cy="1322700"/>
          </a:xfrm>
          <a:prstGeom prst="rect">
            <a:avLst/>
          </a:prstGeom>
          <a:noFill/>
          <a:ln w="19050" cap="flat" cmpd="sng">
            <a:solidFill>
              <a:schemeClr val="dk1"/>
            </a:solidFill>
            <a:prstDash val="solid"/>
            <a:round/>
            <a:headEnd type="none" w="sm" len="sm"/>
            <a:tailEnd type="none" w="sm" len="sm"/>
          </a:ln>
        </p:spPr>
      </p:sp>
      <p:sp>
        <p:nvSpPr>
          <p:cNvPr id="763" name="Google Shape;763;p78"/>
          <p:cNvSpPr>
            <a:spLocks noGrp="1"/>
          </p:cNvSpPr>
          <p:nvPr>
            <p:ph type="pic" idx="6"/>
          </p:nvPr>
        </p:nvSpPr>
        <p:spPr>
          <a:xfrm>
            <a:off x="3648504" y="3044048"/>
            <a:ext cx="1991100" cy="1769100"/>
          </a:xfrm>
          <a:prstGeom prst="rect">
            <a:avLst/>
          </a:prstGeom>
          <a:noFill/>
          <a:ln w="19050" cap="flat" cmpd="sng">
            <a:solidFill>
              <a:schemeClr val="dk1"/>
            </a:solidFill>
            <a:prstDash val="solid"/>
            <a:round/>
            <a:headEnd type="none" w="sm" len="sm"/>
            <a:tailEnd type="none" w="sm" len="sm"/>
          </a:ln>
        </p:spPr>
      </p:sp>
      <p:sp>
        <p:nvSpPr>
          <p:cNvPr id="764" name="Google Shape;764;p78"/>
          <p:cNvSpPr>
            <a:spLocks noGrp="1"/>
          </p:cNvSpPr>
          <p:nvPr>
            <p:ph type="pic" idx="7"/>
          </p:nvPr>
        </p:nvSpPr>
        <p:spPr>
          <a:xfrm>
            <a:off x="1767376" y="1263050"/>
            <a:ext cx="1881300" cy="1769100"/>
          </a:xfrm>
          <a:prstGeom prst="rect">
            <a:avLst/>
          </a:prstGeom>
          <a:noFill/>
          <a:ln w="19050" cap="flat" cmpd="sng">
            <a:solidFill>
              <a:schemeClr val="dk1"/>
            </a:solidFill>
            <a:prstDash val="solid"/>
            <a:round/>
            <a:headEnd type="none" w="sm" len="sm"/>
            <a:tailEnd type="none" w="sm" len="sm"/>
          </a:ln>
        </p:spPr>
      </p:sp>
      <p:sp>
        <p:nvSpPr>
          <p:cNvPr id="765" name="Google Shape;765;p78"/>
          <p:cNvSpPr>
            <a:spLocks noGrp="1"/>
          </p:cNvSpPr>
          <p:nvPr>
            <p:ph type="pic" idx="8"/>
          </p:nvPr>
        </p:nvSpPr>
        <p:spPr>
          <a:xfrm>
            <a:off x="3648523" y="1263050"/>
            <a:ext cx="1592400" cy="1769100"/>
          </a:xfrm>
          <a:prstGeom prst="rect">
            <a:avLst/>
          </a:prstGeom>
          <a:noFill/>
          <a:ln w="19050" cap="flat" cmpd="sng">
            <a:solidFill>
              <a:schemeClr val="dk1"/>
            </a:solidFill>
            <a:prstDash val="solid"/>
            <a:round/>
            <a:headEnd type="none" w="sm" len="sm"/>
            <a:tailEnd type="none" w="sm" len="sm"/>
          </a:ln>
        </p:spPr>
      </p:sp>
      <p:sp>
        <p:nvSpPr>
          <p:cNvPr id="766" name="Google Shape;766;p78"/>
          <p:cNvSpPr>
            <a:spLocks noGrp="1"/>
          </p:cNvSpPr>
          <p:nvPr>
            <p:ph type="pic" idx="9"/>
          </p:nvPr>
        </p:nvSpPr>
        <p:spPr>
          <a:xfrm>
            <a:off x="5240654" y="1263050"/>
            <a:ext cx="1598700" cy="1769100"/>
          </a:xfrm>
          <a:prstGeom prst="rect">
            <a:avLst/>
          </a:prstGeom>
          <a:noFill/>
          <a:ln w="19050" cap="flat" cmpd="sng">
            <a:solidFill>
              <a:schemeClr val="dk1"/>
            </a:solidFill>
            <a:prstDash val="solid"/>
            <a:round/>
            <a:headEnd type="none" w="sm" len="sm"/>
            <a:tailEnd type="none" w="sm" len="sm"/>
          </a:ln>
        </p:spPr>
      </p:sp>
      <p:sp>
        <p:nvSpPr>
          <p:cNvPr id="767" name="Google Shape;767;p78"/>
          <p:cNvSpPr>
            <a:spLocks noGrp="1"/>
          </p:cNvSpPr>
          <p:nvPr>
            <p:ph type="pic" idx="13"/>
          </p:nvPr>
        </p:nvSpPr>
        <p:spPr>
          <a:xfrm>
            <a:off x="6860149" y="1263050"/>
            <a:ext cx="1962600" cy="3550200"/>
          </a:xfrm>
          <a:prstGeom prst="rect">
            <a:avLst/>
          </a:prstGeom>
          <a:noFill/>
          <a:ln w="19050" cap="flat" cmpd="sng">
            <a:solidFill>
              <a:schemeClr val="dk1"/>
            </a:solidFill>
            <a:prstDash val="solid"/>
            <a:round/>
            <a:headEnd type="none" w="sm" len="sm"/>
            <a:tailEnd type="none" w="sm" len="sm"/>
          </a:ln>
        </p:spPr>
      </p:sp>
      <p:sp>
        <p:nvSpPr>
          <p:cNvPr id="768" name="Google Shape;768;p78"/>
          <p:cNvSpPr/>
          <p:nvPr/>
        </p:nvSpPr>
        <p:spPr>
          <a:xfrm>
            <a:off x="8345421" y="287925"/>
            <a:ext cx="489000" cy="502500"/>
          </a:xfrm>
          <a:prstGeom prst="rect">
            <a:avLst/>
          </a:prstGeom>
          <a:solidFill>
            <a:schemeClr val="dk2"/>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exend"/>
              <a:ea typeface="Lexend"/>
              <a:cs typeface="Lexend"/>
              <a:sym typeface="Lexend"/>
            </a:endParaRPr>
          </a:p>
        </p:txBody>
      </p:sp>
      <p:sp>
        <p:nvSpPr>
          <p:cNvPr id="769" name="Google Shape;769;p78"/>
          <p:cNvSpPr txBox="1">
            <a:spLocks noGrp="1"/>
          </p:cNvSpPr>
          <p:nvPr>
            <p:ph type="sldNum" idx="12"/>
          </p:nvPr>
        </p:nvSpPr>
        <p:spPr>
          <a:xfrm>
            <a:off x="8333701" y="298859"/>
            <a:ext cx="489000" cy="502500"/>
          </a:xfrm>
          <a:prstGeom prst="rect">
            <a:avLst/>
          </a:prstGeom>
        </p:spPr>
        <p:txBody>
          <a:bodyPr spcFirstLastPara="1" wrap="square" lIns="91425" tIns="91425" rIns="91425" bIns="91425" anchor="ctr" anchorCtr="0">
            <a:noAutofit/>
          </a:bodyPr>
          <a:lstStyle>
            <a:lvl1pPr lvl="0" rtl="0">
              <a:buNone/>
              <a:defRPr>
                <a:solidFill>
                  <a:schemeClr val="dk1"/>
                </a:solidFill>
              </a:defRPr>
            </a:lvl1pPr>
            <a:lvl2pPr lvl="1" rtl="0">
              <a:buNone/>
              <a:defRPr>
                <a:solidFill>
                  <a:schemeClr val="dk1"/>
                </a:solidFill>
              </a:defRPr>
            </a:lvl2pPr>
            <a:lvl3pPr lvl="2" rtl="0">
              <a:buNone/>
              <a:defRPr>
                <a:solidFill>
                  <a:schemeClr val="dk1"/>
                </a:solidFill>
              </a:defRPr>
            </a:lvl3pPr>
            <a:lvl4pPr lvl="3" rtl="0">
              <a:buNone/>
              <a:defRPr>
                <a:solidFill>
                  <a:schemeClr val="dk1"/>
                </a:solidFill>
              </a:defRPr>
            </a:lvl4pPr>
            <a:lvl5pPr lvl="4" rtl="0">
              <a:buNone/>
              <a:defRPr>
                <a:solidFill>
                  <a:schemeClr val="dk1"/>
                </a:solidFill>
              </a:defRPr>
            </a:lvl5pPr>
            <a:lvl6pPr lvl="5" rtl="0">
              <a:buNone/>
              <a:defRPr>
                <a:solidFill>
                  <a:schemeClr val="dk1"/>
                </a:solidFill>
              </a:defRPr>
            </a:lvl6pPr>
            <a:lvl7pPr lvl="6" rtl="0">
              <a:buNone/>
              <a:defRPr>
                <a:solidFill>
                  <a:schemeClr val="dk1"/>
                </a:solidFill>
              </a:defRPr>
            </a:lvl7pPr>
            <a:lvl8pPr lvl="7" rtl="0">
              <a:buNone/>
              <a:defRPr>
                <a:solidFill>
                  <a:schemeClr val="dk1"/>
                </a:solidFill>
              </a:defRPr>
            </a:lvl8pPr>
            <a:lvl9pPr lvl="8" rtl="0">
              <a:buNone/>
              <a:defRPr>
                <a:solidFill>
                  <a:schemeClr val="dk1"/>
                </a:solidFill>
              </a:defRPr>
            </a:lvl9pPr>
          </a:lstStyle>
          <a:p>
            <a:pPr marL="0" lvl="0" indent="0" algn="ctr" rtl="0">
              <a:spcBef>
                <a:spcPts val="0"/>
              </a:spcBef>
              <a:spcAft>
                <a:spcPts val="0"/>
              </a:spcAft>
              <a:buNone/>
            </a:pPr>
            <a:fld id="{00000000-1234-1234-1234-123412341234}" type="slidenum">
              <a:rPr lang="en"/>
              <a:t>‹#›</a:t>
            </a:fld>
            <a:endParaRPr/>
          </a:p>
        </p:txBody>
      </p:sp>
      <p:sp>
        <p:nvSpPr>
          <p:cNvPr id="770" name="Google Shape;770;p78"/>
          <p:cNvSpPr/>
          <p:nvPr/>
        </p:nvSpPr>
        <p:spPr>
          <a:xfrm>
            <a:off x="298300" y="301050"/>
            <a:ext cx="5585100" cy="606600"/>
          </a:xfrm>
          <a:prstGeom prst="rect">
            <a:avLst/>
          </a:prstGeom>
          <a:solidFill>
            <a:schemeClr val="accent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Lexend"/>
              <a:ea typeface="Lexend"/>
              <a:cs typeface="Lexend"/>
              <a:sym typeface="Lexend"/>
            </a:endParaRPr>
          </a:p>
        </p:txBody>
      </p:sp>
      <p:sp>
        <p:nvSpPr>
          <p:cNvPr id="771" name="Google Shape;771;p78"/>
          <p:cNvSpPr txBox="1">
            <a:spLocks noGrp="1"/>
          </p:cNvSpPr>
          <p:nvPr>
            <p:ph type="title"/>
          </p:nvPr>
        </p:nvSpPr>
        <p:spPr>
          <a:xfrm>
            <a:off x="279185" y="338025"/>
            <a:ext cx="5562300" cy="675300"/>
          </a:xfrm>
          <a:prstGeom prst="rect">
            <a:avLst/>
          </a:prstGeom>
        </p:spPr>
        <p:txBody>
          <a:bodyPr spcFirstLastPara="1" wrap="square" lIns="91425" tIns="91425" rIns="91425" bIns="91425" anchor="t" anchorCtr="0">
            <a:normAutofit/>
          </a:bodyPr>
          <a:lstStyle>
            <a:lvl1pPr lvl="0">
              <a:spcBef>
                <a:spcPts val="0"/>
              </a:spcBef>
              <a:spcAft>
                <a:spcPts val="0"/>
              </a:spcAft>
              <a:buSzPts val="34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Tree>
  </p:cSld>
  <p:clrMapOvr>
    <a:masterClrMapping/>
  </p:clrMapOvr>
  <p:hf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315"/>
        <p:cNvGrpSpPr/>
        <p:nvPr/>
      </p:nvGrpSpPr>
      <p:grpSpPr>
        <a:xfrm>
          <a:off x="0" y="0"/>
          <a:ext cx="0" cy="0"/>
          <a:chOff x="0" y="0"/>
          <a:chExt cx="0" cy="0"/>
        </a:xfrm>
      </p:grpSpPr>
      <p:sp>
        <p:nvSpPr>
          <p:cNvPr id="316" name="Google Shape;316;p39"/>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nSpc>
                <a:spcPct val="80000"/>
              </a:lnSpc>
              <a:spcBef>
                <a:spcPts val="0"/>
              </a:spcBef>
              <a:spcAft>
                <a:spcPts val="0"/>
              </a:spcAft>
              <a:buClr>
                <a:schemeClr val="dk1"/>
              </a:buClr>
              <a:buSzPts val="3400"/>
              <a:buFont typeface="Lexend"/>
              <a:buNone/>
              <a:defRPr sz="3400">
                <a:solidFill>
                  <a:schemeClr val="dk1"/>
                </a:solidFill>
                <a:latin typeface="Lexend"/>
                <a:ea typeface="Lexend"/>
                <a:cs typeface="Lexend"/>
                <a:sym typeface="Lexend"/>
              </a:defRPr>
            </a:lvl1pPr>
            <a:lvl2pPr lvl="1">
              <a:spcBef>
                <a:spcPts val="0"/>
              </a:spcBef>
              <a:spcAft>
                <a:spcPts val="0"/>
              </a:spcAft>
              <a:buClr>
                <a:schemeClr val="dk1"/>
              </a:buClr>
              <a:buSzPts val="2800"/>
              <a:buFont typeface="Lexend"/>
              <a:buNone/>
              <a:defRPr sz="2800">
                <a:solidFill>
                  <a:schemeClr val="dk1"/>
                </a:solidFill>
                <a:latin typeface="Lexend"/>
                <a:ea typeface="Lexend"/>
                <a:cs typeface="Lexend"/>
                <a:sym typeface="Lexend"/>
              </a:defRPr>
            </a:lvl2pPr>
            <a:lvl3pPr lvl="2">
              <a:spcBef>
                <a:spcPts val="0"/>
              </a:spcBef>
              <a:spcAft>
                <a:spcPts val="0"/>
              </a:spcAft>
              <a:buClr>
                <a:schemeClr val="dk1"/>
              </a:buClr>
              <a:buSzPts val="2800"/>
              <a:buFont typeface="Lexend"/>
              <a:buNone/>
              <a:defRPr sz="2800">
                <a:solidFill>
                  <a:schemeClr val="dk1"/>
                </a:solidFill>
                <a:latin typeface="Lexend"/>
                <a:ea typeface="Lexend"/>
                <a:cs typeface="Lexend"/>
                <a:sym typeface="Lexend"/>
              </a:defRPr>
            </a:lvl3pPr>
            <a:lvl4pPr lvl="3">
              <a:spcBef>
                <a:spcPts val="0"/>
              </a:spcBef>
              <a:spcAft>
                <a:spcPts val="0"/>
              </a:spcAft>
              <a:buClr>
                <a:schemeClr val="dk1"/>
              </a:buClr>
              <a:buSzPts val="2800"/>
              <a:buFont typeface="Lexend"/>
              <a:buNone/>
              <a:defRPr sz="2800">
                <a:solidFill>
                  <a:schemeClr val="dk1"/>
                </a:solidFill>
                <a:latin typeface="Lexend"/>
                <a:ea typeface="Lexend"/>
                <a:cs typeface="Lexend"/>
                <a:sym typeface="Lexend"/>
              </a:defRPr>
            </a:lvl4pPr>
            <a:lvl5pPr lvl="4">
              <a:spcBef>
                <a:spcPts val="0"/>
              </a:spcBef>
              <a:spcAft>
                <a:spcPts val="0"/>
              </a:spcAft>
              <a:buClr>
                <a:schemeClr val="dk1"/>
              </a:buClr>
              <a:buSzPts val="2800"/>
              <a:buFont typeface="Lexend"/>
              <a:buNone/>
              <a:defRPr sz="2800">
                <a:solidFill>
                  <a:schemeClr val="dk1"/>
                </a:solidFill>
                <a:latin typeface="Lexend"/>
                <a:ea typeface="Lexend"/>
                <a:cs typeface="Lexend"/>
                <a:sym typeface="Lexend"/>
              </a:defRPr>
            </a:lvl5pPr>
            <a:lvl6pPr lvl="5">
              <a:spcBef>
                <a:spcPts val="0"/>
              </a:spcBef>
              <a:spcAft>
                <a:spcPts val="0"/>
              </a:spcAft>
              <a:buClr>
                <a:schemeClr val="dk1"/>
              </a:buClr>
              <a:buSzPts val="2800"/>
              <a:buFont typeface="Lexend"/>
              <a:buNone/>
              <a:defRPr sz="2800">
                <a:solidFill>
                  <a:schemeClr val="dk1"/>
                </a:solidFill>
                <a:latin typeface="Lexend"/>
                <a:ea typeface="Lexend"/>
                <a:cs typeface="Lexend"/>
                <a:sym typeface="Lexend"/>
              </a:defRPr>
            </a:lvl6pPr>
            <a:lvl7pPr lvl="6">
              <a:spcBef>
                <a:spcPts val="0"/>
              </a:spcBef>
              <a:spcAft>
                <a:spcPts val="0"/>
              </a:spcAft>
              <a:buClr>
                <a:schemeClr val="dk1"/>
              </a:buClr>
              <a:buSzPts val="2800"/>
              <a:buFont typeface="Lexend"/>
              <a:buNone/>
              <a:defRPr sz="2800">
                <a:solidFill>
                  <a:schemeClr val="dk1"/>
                </a:solidFill>
                <a:latin typeface="Lexend"/>
                <a:ea typeface="Lexend"/>
                <a:cs typeface="Lexend"/>
                <a:sym typeface="Lexend"/>
              </a:defRPr>
            </a:lvl7pPr>
            <a:lvl8pPr lvl="7">
              <a:spcBef>
                <a:spcPts val="0"/>
              </a:spcBef>
              <a:spcAft>
                <a:spcPts val="0"/>
              </a:spcAft>
              <a:buClr>
                <a:schemeClr val="dk1"/>
              </a:buClr>
              <a:buSzPts val="2800"/>
              <a:buFont typeface="Lexend"/>
              <a:buNone/>
              <a:defRPr sz="2800">
                <a:solidFill>
                  <a:schemeClr val="dk1"/>
                </a:solidFill>
                <a:latin typeface="Lexend"/>
                <a:ea typeface="Lexend"/>
                <a:cs typeface="Lexend"/>
                <a:sym typeface="Lexend"/>
              </a:defRPr>
            </a:lvl8pPr>
            <a:lvl9pPr lvl="8">
              <a:spcBef>
                <a:spcPts val="0"/>
              </a:spcBef>
              <a:spcAft>
                <a:spcPts val="0"/>
              </a:spcAft>
              <a:buClr>
                <a:schemeClr val="dk1"/>
              </a:buClr>
              <a:buSzPts val="2800"/>
              <a:buFont typeface="Lexend"/>
              <a:buNone/>
              <a:defRPr sz="2800">
                <a:solidFill>
                  <a:schemeClr val="dk1"/>
                </a:solidFill>
                <a:latin typeface="Lexend"/>
                <a:ea typeface="Lexend"/>
                <a:cs typeface="Lexend"/>
                <a:sym typeface="Lexend"/>
              </a:defRPr>
            </a:lvl9pPr>
          </a:lstStyle>
          <a:p>
            <a:endParaRPr/>
          </a:p>
        </p:txBody>
      </p:sp>
      <p:sp>
        <p:nvSpPr>
          <p:cNvPr id="317" name="Google Shape;317;p39"/>
          <p:cNvSpPr txBox="1">
            <a:spLocks noGrp="1"/>
          </p:cNvSpPr>
          <p:nvPr>
            <p:ph type="sldNum" idx="12"/>
          </p:nvPr>
        </p:nvSpPr>
        <p:spPr>
          <a:xfrm>
            <a:off x="8500700" y="114300"/>
            <a:ext cx="528900" cy="543300"/>
          </a:xfrm>
          <a:prstGeom prst="rect">
            <a:avLst/>
          </a:prstGeom>
          <a:noFill/>
          <a:ln>
            <a:noFill/>
          </a:ln>
        </p:spPr>
        <p:txBody>
          <a:bodyPr spcFirstLastPara="1" wrap="square" lIns="91425" tIns="91425" rIns="91425" bIns="91425" anchor="ctr" anchorCtr="0">
            <a:noAutofit/>
          </a:bodyPr>
          <a:lstStyle>
            <a:lvl1pPr lvl="0" algn="ctr">
              <a:buNone/>
              <a:defRPr>
                <a:solidFill>
                  <a:schemeClr val="dk2"/>
                </a:solidFill>
                <a:latin typeface="Lexend SemiBold"/>
                <a:ea typeface="Lexend SemiBold"/>
                <a:cs typeface="Lexend SemiBold"/>
                <a:sym typeface="Lexend SemiBold"/>
              </a:defRPr>
            </a:lvl1pPr>
            <a:lvl2pPr lvl="1" algn="ctr">
              <a:buNone/>
              <a:defRPr>
                <a:solidFill>
                  <a:schemeClr val="dk2"/>
                </a:solidFill>
                <a:latin typeface="Lexend SemiBold"/>
                <a:ea typeface="Lexend SemiBold"/>
                <a:cs typeface="Lexend SemiBold"/>
                <a:sym typeface="Lexend SemiBold"/>
              </a:defRPr>
            </a:lvl2pPr>
            <a:lvl3pPr lvl="2" algn="ctr">
              <a:buNone/>
              <a:defRPr>
                <a:solidFill>
                  <a:schemeClr val="dk2"/>
                </a:solidFill>
                <a:latin typeface="Lexend SemiBold"/>
                <a:ea typeface="Lexend SemiBold"/>
                <a:cs typeface="Lexend SemiBold"/>
                <a:sym typeface="Lexend SemiBold"/>
              </a:defRPr>
            </a:lvl3pPr>
            <a:lvl4pPr lvl="3" algn="ctr">
              <a:buNone/>
              <a:defRPr>
                <a:solidFill>
                  <a:schemeClr val="dk2"/>
                </a:solidFill>
                <a:latin typeface="Lexend SemiBold"/>
                <a:ea typeface="Lexend SemiBold"/>
                <a:cs typeface="Lexend SemiBold"/>
                <a:sym typeface="Lexend SemiBold"/>
              </a:defRPr>
            </a:lvl4pPr>
            <a:lvl5pPr lvl="4" algn="ctr">
              <a:buNone/>
              <a:defRPr>
                <a:solidFill>
                  <a:schemeClr val="dk2"/>
                </a:solidFill>
                <a:latin typeface="Lexend SemiBold"/>
                <a:ea typeface="Lexend SemiBold"/>
                <a:cs typeface="Lexend SemiBold"/>
                <a:sym typeface="Lexend SemiBold"/>
              </a:defRPr>
            </a:lvl5pPr>
            <a:lvl6pPr lvl="5" algn="ctr">
              <a:buNone/>
              <a:defRPr>
                <a:solidFill>
                  <a:schemeClr val="dk2"/>
                </a:solidFill>
                <a:latin typeface="Lexend SemiBold"/>
                <a:ea typeface="Lexend SemiBold"/>
                <a:cs typeface="Lexend SemiBold"/>
                <a:sym typeface="Lexend SemiBold"/>
              </a:defRPr>
            </a:lvl6pPr>
            <a:lvl7pPr lvl="6" algn="ctr">
              <a:buNone/>
              <a:defRPr>
                <a:solidFill>
                  <a:schemeClr val="dk2"/>
                </a:solidFill>
                <a:latin typeface="Lexend SemiBold"/>
                <a:ea typeface="Lexend SemiBold"/>
                <a:cs typeface="Lexend SemiBold"/>
                <a:sym typeface="Lexend SemiBold"/>
              </a:defRPr>
            </a:lvl7pPr>
            <a:lvl8pPr lvl="7" algn="ctr">
              <a:buNone/>
              <a:defRPr>
                <a:solidFill>
                  <a:schemeClr val="dk2"/>
                </a:solidFill>
                <a:latin typeface="Lexend SemiBold"/>
                <a:ea typeface="Lexend SemiBold"/>
                <a:cs typeface="Lexend SemiBold"/>
                <a:sym typeface="Lexend SemiBold"/>
              </a:defRPr>
            </a:lvl8pPr>
            <a:lvl9pPr lvl="8" algn="ctr">
              <a:buNone/>
              <a:defRPr>
                <a:solidFill>
                  <a:schemeClr val="dk2"/>
                </a:solidFill>
                <a:latin typeface="Lexend SemiBold"/>
                <a:ea typeface="Lexend SemiBold"/>
                <a:cs typeface="Lexend SemiBold"/>
                <a:sym typeface="Lexend SemiBold"/>
              </a:defRPr>
            </a:lvl9pPr>
          </a:lstStyle>
          <a:p>
            <a:pPr marL="0" lvl="0" indent="0" algn="ctr" rtl="0">
              <a:spcBef>
                <a:spcPts val="0"/>
              </a:spcBef>
              <a:spcAft>
                <a:spcPts val="0"/>
              </a:spcAft>
              <a:buNone/>
            </a:pPr>
            <a:fld id="{00000000-1234-1234-1234-123412341234}" type="slidenum">
              <a:rPr lang="en"/>
              <a:t>‹#›</a:t>
            </a:fld>
            <a:endParaRPr/>
          </a:p>
        </p:txBody>
      </p:sp>
      <p:sp>
        <p:nvSpPr>
          <p:cNvPr id="318" name="Google Shape;318;p39"/>
          <p:cNvSpPr txBox="1">
            <a:spLocks noGrp="1"/>
          </p:cNvSpPr>
          <p:nvPr>
            <p:ph type="body" idx="1"/>
          </p:nvPr>
        </p:nvSpPr>
        <p:spPr>
          <a:xfrm>
            <a:off x="2614575" y="2355900"/>
            <a:ext cx="5340900" cy="2013300"/>
          </a:xfrm>
          <a:prstGeom prst="rect">
            <a:avLst/>
          </a:prstGeom>
          <a:noFill/>
          <a:ln>
            <a:noFill/>
          </a:ln>
        </p:spPr>
        <p:txBody>
          <a:bodyPr spcFirstLastPara="1" wrap="square" lIns="91425" tIns="91425" rIns="91425" bIns="91425" anchor="t" anchorCtr="0">
            <a:noAutofit/>
          </a:bodyPr>
          <a:lstStyle>
            <a:lvl1pPr marL="457200" lvl="0" indent="-304800">
              <a:spcBef>
                <a:spcPts val="0"/>
              </a:spcBef>
              <a:spcAft>
                <a:spcPts val="0"/>
              </a:spcAft>
              <a:buClr>
                <a:schemeClr val="dk1"/>
              </a:buClr>
              <a:buSzPts val="1200"/>
              <a:buFont typeface="Lexend"/>
              <a:buChar char="●"/>
              <a:defRPr sz="1200">
                <a:solidFill>
                  <a:schemeClr val="dk1"/>
                </a:solidFill>
                <a:latin typeface="Lexend"/>
                <a:ea typeface="Lexend"/>
                <a:cs typeface="Lexend"/>
                <a:sym typeface="Lexend"/>
              </a:defRPr>
            </a:lvl1pPr>
            <a:lvl2pPr marL="914400" lvl="1" indent="-304800">
              <a:spcBef>
                <a:spcPts val="0"/>
              </a:spcBef>
              <a:spcAft>
                <a:spcPts val="0"/>
              </a:spcAft>
              <a:buClr>
                <a:schemeClr val="dk1"/>
              </a:buClr>
              <a:buSzPts val="1200"/>
              <a:buFont typeface="Lexend"/>
              <a:buChar char="○"/>
              <a:defRPr sz="1200">
                <a:solidFill>
                  <a:schemeClr val="dk1"/>
                </a:solidFill>
                <a:latin typeface="Lexend"/>
                <a:ea typeface="Lexend"/>
                <a:cs typeface="Lexend"/>
                <a:sym typeface="Lexend"/>
              </a:defRPr>
            </a:lvl2pPr>
            <a:lvl3pPr marL="1371600" lvl="2" indent="-304800">
              <a:spcBef>
                <a:spcPts val="0"/>
              </a:spcBef>
              <a:spcAft>
                <a:spcPts val="0"/>
              </a:spcAft>
              <a:buClr>
                <a:schemeClr val="dk1"/>
              </a:buClr>
              <a:buSzPts val="1200"/>
              <a:buFont typeface="Lexend"/>
              <a:buChar char="■"/>
              <a:defRPr sz="1200">
                <a:solidFill>
                  <a:schemeClr val="dk1"/>
                </a:solidFill>
                <a:latin typeface="Lexend"/>
                <a:ea typeface="Lexend"/>
                <a:cs typeface="Lexend"/>
                <a:sym typeface="Lexend"/>
              </a:defRPr>
            </a:lvl3pPr>
            <a:lvl4pPr marL="1828800" lvl="3" indent="-304800">
              <a:spcBef>
                <a:spcPts val="0"/>
              </a:spcBef>
              <a:spcAft>
                <a:spcPts val="0"/>
              </a:spcAft>
              <a:buClr>
                <a:schemeClr val="dk1"/>
              </a:buClr>
              <a:buSzPts val="1200"/>
              <a:buFont typeface="Lexend"/>
              <a:buChar char="●"/>
              <a:defRPr sz="1200">
                <a:solidFill>
                  <a:schemeClr val="dk1"/>
                </a:solidFill>
                <a:latin typeface="Lexend"/>
                <a:ea typeface="Lexend"/>
                <a:cs typeface="Lexend"/>
                <a:sym typeface="Lexend"/>
              </a:defRPr>
            </a:lvl4pPr>
            <a:lvl5pPr marL="2286000" lvl="4" indent="-304800">
              <a:spcBef>
                <a:spcPts val="0"/>
              </a:spcBef>
              <a:spcAft>
                <a:spcPts val="0"/>
              </a:spcAft>
              <a:buClr>
                <a:schemeClr val="dk1"/>
              </a:buClr>
              <a:buSzPts val="1200"/>
              <a:buFont typeface="Lexend"/>
              <a:buChar char="○"/>
              <a:defRPr sz="1200">
                <a:solidFill>
                  <a:schemeClr val="dk1"/>
                </a:solidFill>
                <a:latin typeface="Lexend"/>
                <a:ea typeface="Lexend"/>
                <a:cs typeface="Lexend"/>
                <a:sym typeface="Lexend"/>
              </a:defRPr>
            </a:lvl5pPr>
            <a:lvl6pPr marL="2743200" lvl="5" indent="-304800">
              <a:spcBef>
                <a:spcPts val="0"/>
              </a:spcBef>
              <a:spcAft>
                <a:spcPts val="0"/>
              </a:spcAft>
              <a:buClr>
                <a:schemeClr val="dk1"/>
              </a:buClr>
              <a:buSzPts val="1200"/>
              <a:buFont typeface="Lexend"/>
              <a:buChar char="■"/>
              <a:defRPr sz="1200">
                <a:solidFill>
                  <a:schemeClr val="dk1"/>
                </a:solidFill>
                <a:latin typeface="Lexend"/>
                <a:ea typeface="Lexend"/>
                <a:cs typeface="Lexend"/>
                <a:sym typeface="Lexend"/>
              </a:defRPr>
            </a:lvl6pPr>
            <a:lvl7pPr marL="3200400" lvl="6" indent="-304800">
              <a:spcBef>
                <a:spcPts val="0"/>
              </a:spcBef>
              <a:spcAft>
                <a:spcPts val="0"/>
              </a:spcAft>
              <a:buClr>
                <a:schemeClr val="dk1"/>
              </a:buClr>
              <a:buSzPts val="1200"/>
              <a:buFont typeface="Lexend"/>
              <a:buChar char="●"/>
              <a:defRPr sz="1200">
                <a:solidFill>
                  <a:schemeClr val="dk1"/>
                </a:solidFill>
                <a:latin typeface="Lexend"/>
                <a:ea typeface="Lexend"/>
                <a:cs typeface="Lexend"/>
                <a:sym typeface="Lexend"/>
              </a:defRPr>
            </a:lvl7pPr>
            <a:lvl8pPr marL="3657600" lvl="7" indent="-304800">
              <a:spcBef>
                <a:spcPts val="0"/>
              </a:spcBef>
              <a:spcAft>
                <a:spcPts val="0"/>
              </a:spcAft>
              <a:buClr>
                <a:schemeClr val="dk1"/>
              </a:buClr>
              <a:buSzPts val="1200"/>
              <a:buFont typeface="Lexend"/>
              <a:buChar char="○"/>
              <a:defRPr sz="1200">
                <a:solidFill>
                  <a:schemeClr val="dk1"/>
                </a:solidFill>
                <a:latin typeface="Lexend"/>
                <a:ea typeface="Lexend"/>
                <a:cs typeface="Lexend"/>
                <a:sym typeface="Lexend"/>
              </a:defRPr>
            </a:lvl8pPr>
            <a:lvl9pPr marL="4114800" lvl="8" indent="-304800">
              <a:spcBef>
                <a:spcPts val="0"/>
              </a:spcBef>
              <a:spcAft>
                <a:spcPts val="0"/>
              </a:spcAft>
              <a:buClr>
                <a:schemeClr val="dk1"/>
              </a:buClr>
              <a:buSzPts val="1200"/>
              <a:buFont typeface="Lexend"/>
              <a:buChar char="■"/>
              <a:defRPr sz="1200">
                <a:solidFill>
                  <a:schemeClr val="dk1"/>
                </a:solidFill>
                <a:latin typeface="Lexend"/>
                <a:ea typeface="Lexend"/>
                <a:cs typeface="Lexend"/>
                <a:sym typeface="Lexend"/>
              </a:defRPr>
            </a:lvl9pPr>
          </a:lstStyle>
          <a:p>
            <a:endParaRPr/>
          </a:p>
        </p:txBody>
      </p:sp>
    </p:spTree>
  </p:cSld>
  <p:clrMap bg1="lt1" tx1="dk1" bg2="dk2" tx2="lt2" accent1="accent1" accent2="accent2" accent3="accent3" accent4="accent4" accent5="accent5" accent6="accent6" hlink="hlink" folHlink="folHlink"/>
  <p:sldLayoutIdLst>
    <p:sldLayoutId id="2147483685" r:id="rId1"/>
    <p:sldLayoutId id="2147483688" r:id="rId2"/>
    <p:sldLayoutId id="2147483690" r:id="rId3"/>
    <p:sldLayoutId id="2147483695" r:id="rId4"/>
    <p:sldLayoutId id="2147483698" r:id="rId5"/>
    <p:sldLayoutId id="2147483704" r:id="rId6"/>
    <p:sldLayoutId id="2147483699" r:id="rId7"/>
    <p:sldLayoutId id="2147483705" r:id="rId8"/>
    <p:sldLayoutId id="2147483706" r:id="rId9"/>
    <p:sldLayoutId id="2147483707" r:id="rId10"/>
    <p:sldLayoutId id="2147483709" r:id="rId11"/>
    <p:sldLayoutId id="2147483711" r:id="rId12"/>
    <p:sldLayoutId id="2147483712" r:id="rId13"/>
    <p:sldLayoutId id="2147483713" r:id="rId14"/>
    <p:sldLayoutId id="2147483714" r:id="rId15"/>
    <p:sldLayoutId id="2147483715" r:id="rId16"/>
    <p:sldLayoutId id="2147483716" r:id="rId17"/>
    <p:sldLayoutId id="2147483717" r:id="rId18"/>
    <p:sldLayoutId id="2147483718" r:id="rId19"/>
    <p:sldLayoutId id="2147483719" r:id="rId20"/>
    <p:sldLayoutId id="2147483720" r:id="rId21"/>
    <p:sldLayoutId id="2147483721" r:id="rId22"/>
    <p:sldLayoutId id="2147483722" r:id="rId23"/>
    <p:sldLayoutId id="2147483723" r:id="rId24"/>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pos="72">
          <p15:clr>
            <a:srgbClr val="E46962"/>
          </p15:clr>
        </p15:guide>
        <p15:guide id="2" pos="738">
          <p15:clr>
            <a:srgbClr val="E46962"/>
          </p15:clr>
        </p15:guide>
        <p15:guide id="3" pos="405">
          <p15:clr>
            <a:srgbClr val="E46962"/>
          </p15:clr>
        </p15:guide>
        <p15:guide id="4" pos="1396">
          <p15:clr>
            <a:srgbClr val="E46962"/>
          </p15:clr>
        </p15:guide>
        <p15:guide id="5" pos="1067">
          <p15:clr>
            <a:srgbClr val="E46962"/>
          </p15:clr>
        </p15:guide>
        <p15:guide id="6" pos="1725">
          <p15:clr>
            <a:srgbClr val="E46962"/>
          </p15:clr>
        </p15:guide>
        <p15:guide id="7" pos="2054">
          <p15:clr>
            <a:srgbClr val="E46962"/>
          </p15:clr>
        </p15:guide>
        <p15:guide id="8" pos="2387">
          <p15:clr>
            <a:srgbClr val="E46962"/>
          </p15:clr>
        </p15:guide>
        <p15:guide id="9" pos="2720">
          <p15:clr>
            <a:srgbClr val="E46962"/>
          </p15:clr>
        </p15:guide>
        <p15:guide id="10" pos="3049">
          <p15:clr>
            <a:srgbClr val="E46962"/>
          </p15:clr>
        </p15:guide>
        <p15:guide id="11" pos="3378">
          <p15:clr>
            <a:srgbClr val="E46962"/>
          </p15:clr>
        </p15:guide>
        <p15:guide id="12" pos="3706">
          <p15:clr>
            <a:srgbClr val="E46962"/>
          </p15:clr>
        </p15:guide>
        <p15:guide id="13" pos="4035">
          <p15:clr>
            <a:srgbClr val="E46962"/>
          </p15:clr>
        </p15:guide>
        <p15:guide id="14" pos="4364">
          <p15:clr>
            <a:srgbClr val="E46962"/>
          </p15:clr>
        </p15:guide>
        <p15:guide id="15" pos="4693">
          <p15:clr>
            <a:srgbClr val="E46962"/>
          </p15:clr>
        </p15:guide>
        <p15:guide id="16" pos="5025">
          <p15:clr>
            <a:srgbClr val="E46962"/>
          </p15:clr>
        </p15:guide>
        <p15:guide id="17" pos="5355">
          <p15:clr>
            <a:srgbClr val="E46962"/>
          </p15:clr>
        </p15:guide>
        <p15:guide id="18" pos="5688">
          <p15:clr>
            <a:srgbClr val="E46962"/>
          </p15:clr>
        </p15:guide>
        <p15:guide id="19" orient="horz" pos="72">
          <p15:clr>
            <a:srgbClr val="E46962"/>
          </p15:clr>
        </p15:guide>
        <p15:guide id="20" orient="horz" pos="417">
          <p15:clr>
            <a:srgbClr val="E46962"/>
          </p15:clr>
        </p15:guide>
        <p15:guide id="21" orient="horz" pos="415">
          <p15:clr>
            <a:srgbClr val="E46962"/>
          </p15:clr>
        </p15:guide>
        <p15:guide id="22" orient="horz" pos="761">
          <p15:clr>
            <a:srgbClr val="E46962"/>
          </p15:clr>
        </p15:guide>
        <p15:guide id="23" orient="horz" pos="1101">
          <p15:clr>
            <a:srgbClr val="E46962"/>
          </p15:clr>
        </p15:guide>
        <p15:guide id="24" orient="horz" pos="1449">
          <p15:clr>
            <a:srgbClr val="E46962"/>
          </p15:clr>
        </p15:guide>
        <p15:guide id="25" orient="horz" pos="1791">
          <p15:clr>
            <a:srgbClr val="E46962"/>
          </p15:clr>
        </p15:guide>
        <p15:guide id="26" orient="horz" pos="2134">
          <p15:clr>
            <a:srgbClr val="E46962"/>
          </p15:clr>
        </p15:guide>
        <p15:guide id="27" orient="horz" pos="2479">
          <p15:clr>
            <a:srgbClr val="E46962"/>
          </p15:clr>
        </p15:guide>
        <p15:guide id="28" orient="horz" pos="2825">
          <p15:clr>
            <a:srgbClr val="E46962"/>
          </p15:clr>
        </p15:guide>
        <p15:guide id="29" orient="horz" pos="3166">
          <p15:clr>
            <a:srgbClr val="E46962"/>
          </p15:clr>
        </p15:guide>
        <p15:guide id="30" pos="184">
          <p15:clr>
            <a:srgbClr val="E46962"/>
          </p15:clr>
        </p15:guide>
        <p15:guide id="31" orient="horz" pos="184">
          <p15:clr>
            <a:srgbClr val="E46962"/>
          </p15:clr>
        </p15:guide>
        <p15:guide id="32" pos="5576">
          <p15:clr>
            <a:srgbClr val="E46962"/>
          </p15:clr>
        </p15:guide>
        <p15:guide id="33" orient="horz" pos="1620">
          <p15:clr>
            <a:srgbClr val="E46962"/>
          </p15:clr>
        </p15:guide>
        <p15:guide id="34" orient="horz" pos="1716">
          <p15:clr>
            <a:srgbClr val="E46962"/>
          </p15:clr>
        </p15:guide>
        <p15:guide id="35" orient="horz" pos="3059">
          <p15:clr>
            <a:srgbClr val="E46962"/>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6.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10.png"/><Relationship Id="rId7"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6.xml"/><Relationship Id="rId6" Type="http://schemas.openxmlformats.org/officeDocument/2006/relationships/image" Target="../media/image12.png"/><Relationship Id="rId5" Type="http://schemas.openxmlformats.org/officeDocument/2006/relationships/image" Target="../media/image2.png"/><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6.xml"/><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1.xml"/><Relationship Id="rId1" Type="http://schemas.openxmlformats.org/officeDocument/2006/relationships/slideLayout" Target="../slideLayouts/slideLayout6.xml"/><Relationship Id="rId4" Type="http://schemas.openxmlformats.org/officeDocument/2006/relationships/image" Target="../media/image25.png"/></Relationships>
</file>

<file path=ppt/slides/_rels/slide2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2.xml"/><Relationship Id="rId1" Type="http://schemas.openxmlformats.org/officeDocument/2006/relationships/slideLayout" Target="../slideLayouts/slideLayout6.xml"/><Relationship Id="rId4" Type="http://schemas.openxmlformats.org/officeDocument/2006/relationships/image" Target="../media/image27.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6.xml"/><Relationship Id="rId1" Type="http://schemas.openxmlformats.org/officeDocument/2006/relationships/slideLayout" Target="../slideLayouts/slideLayout6.xml"/><Relationship Id="rId4" Type="http://schemas.openxmlformats.org/officeDocument/2006/relationships/image" Target="../media/image30.pn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0.xml"/><Relationship Id="rId1" Type="http://schemas.openxmlformats.org/officeDocument/2006/relationships/slideLayout" Target="../slideLayouts/slideLayout6.xml"/><Relationship Id="rId4" Type="http://schemas.openxmlformats.org/officeDocument/2006/relationships/image" Target="../media/image16.png"/></Relationships>
</file>

<file path=ppt/slides/_rels/slide3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1.xml"/><Relationship Id="rId1" Type="http://schemas.openxmlformats.org/officeDocument/2006/relationships/slideLayout" Target="../slideLayouts/slideLayout6.xml"/><Relationship Id="rId4" Type="http://schemas.openxmlformats.org/officeDocument/2006/relationships/image" Target="../media/image32.png"/></Relationships>
</file>

<file path=ppt/slides/_rels/slide33.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32.xml"/><Relationship Id="rId1" Type="http://schemas.openxmlformats.org/officeDocument/2006/relationships/slideLayout" Target="../slideLayouts/slideLayout6.xml"/><Relationship Id="rId4" Type="http://schemas.openxmlformats.org/officeDocument/2006/relationships/image" Target="../media/image34.png"/></Relationships>
</file>

<file path=ppt/slides/_rels/slide3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3.xml"/><Relationship Id="rId1" Type="http://schemas.openxmlformats.org/officeDocument/2006/relationships/slideLayout" Target="../slideLayouts/slideLayout6.xml"/><Relationship Id="rId4" Type="http://schemas.openxmlformats.org/officeDocument/2006/relationships/image" Target="../media/image3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775"/>
        <p:cNvGrpSpPr/>
        <p:nvPr/>
      </p:nvGrpSpPr>
      <p:grpSpPr>
        <a:xfrm>
          <a:off x="0" y="0"/>
          <a:ext cx="0" cy="0"/>
          <a:chOff x="0" y="0"/>
          <a:chExt cx="0" cy="0"/>
        </a:xfrm>
      </p:grpSpPr>
      <p:sp>
        <p:nvSpPr>
          <p:cNvPr id="778" name="Google Shape;778;p79"/>
          <p:cNvSpPr txBox="1">
            <a:spLocks noGrp="1"/>
          </p:cNvSpPr>
          <p:nvPr>
            <p:ph type="title" idx="2"/>
          </p:nvPr>
        </p:nvSpPr>
        <p:spPr>
          <a:xfrm>
            <a:off x="2216150" y="1967294"/>
            <a:ext cx="4764542" cy="1827466"/>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JP" sz="4400" b="1"/>
              <a:t>データ解析コンペ経過発表</a:t>
            </a:r>
            <a:br>
              <a:rPr lang="en-JP" sz="4400"/>
            </a:br>
            <a:r>
              <a:rPr lang="en-JP" sz="4400"/>
              <a:t>Week 10</a:t>
            </a:r>
            <a:endParaRPr sz="4400"/>
          </a:p>
        </p:txBody>
      </p:sp>
      <p:sp>
        <p:nvSpPr>
          <p:cNvPr id="3" name="TextBox 2">
            <a:extLst>
              <a:ext uri="{FF2B5EF4-FFF2-40B4-BE49-F238E27FC236}">
                <a16:creationId xmlns:a16="http://schemas.microsoft.com/office/drawing/2014/main" id="{0753C240-8968-DDC4-5A14-EE3CC43FE5CA}"/>
              </a:ext>
            </a:extLst>
          </p:cNvPr>
          <p:cNvSpPr txBox="1"/>
          <p:nvPr/>
        </p:nvSpPr>
        <p:spPr>
          <a:xfrm>
            <a:off x="3463085" y="4007734"/>
            <a:ext cx="2217830" cy="1015663"/>
          </a:xfrm>
          <a:prstGeom prst="rect">
            <a:avLst/>
          </a:prstGeom>
          <a:noFill/>
        </p:spPr>
        <p:txBody>
          <a:bodyPr wrap="square" rtlCol="0">
            <a:spAutoFit/>
          </a:bodyPr>
          <a:lstStyle/>
          <a:p>
            <a:pPr algn="ctr"/>
            <a:r>
              <a:rPr lang="en-US" sz="2000" err="1"/>
              <a:t>奈良原俊誠</a:t>
            </a:r>
            <a:endParaRPr lang="en-US" sz="2000"/>
          </a:p>
          <a:p>
            <a:pPr algn="ctr"/>
            <a:r>
              <a:rPr lang="en-US" sz="2000" err="1"/>
              <a:t>斎藤陽</a:t>
            </a:r>
            <a:endParaRPr lang="en-US" sz="2000"/>
          </a:p>
          <a:p>
            <a:pPr algn="ctr"/>
            <a:r>
              <a:rPr lang="en-US" sz="2000" err="1"/>
              <a:t>橋本朋樹</a:t>
            </a:r>
            <a:endParaRPr lang="en-US" sz="2000"/>
          </a:p>
        </p:txBody>
      </p:sp>
      <p:sp>
        <p:nvSpPr>
          <p:cNvPr id="2" name="スライド番号プレースホルダー 1">
            <a:extLst>
              <a:ext uri="{FF2B5EF4-FFF2-40B4-BE49-F238E27FC236}">
                <a16:creationId xmlns:a16="http://schemas.microsoft.com/office/drawing/2014/main" id="{13A6BD1B-56F0-BA2D-1A76-35E98D0EE18E}"/>
              </a:ext>
            </a:extLst>
          </p:cNvPr>
          <p:cNvSpPr>
            <a:spLocks noGrp="1"/>
          </p:cNvSpPr>
          <p:nvPr>
            <p:ph type="sldNum" idx="12"/>
          </p:nvPr>
        </p:nvSpPr>
        <p:spPr/>
        <p:txBody>
          <a:bodyPr/>
          <a:lstStyle/>
          <a:p>
            <a:fld id="{00000000-1234-1234-1234-123412341234}" type="slidenum">
              <a:rPr lang="en"/>
              <a:t>1</a:t>
            </a:fld>
            <a:endParaRPr lang="ja-JP" alt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F98E65-5A20-1F8F-51CC-6FF4CA1EA75E}"/>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183FF5F5-7B02-43B1-DAD3-032613524FA1}"/>
              </a:ext>
            </a:extLst>
          </p:cNvPr>
          <p:cNvSpPr/>
          <p:nvPr/>
        </p:nvSpPr>
        <p:spPr>
          <a:xfrm>
            <a:off x="650875" y="292100"/>
            <a:ext cx="7334250" cy="84982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JP" sz="4000">
                <a:solidFill>
                  <a:schemeClr val="tx1"/>
                </a:solidFill>
              </a:rPr>
              <a:t>目次</a:t>
            </a:r>
          </a:p>
        </p:txBody>
      </p:sp>
      <p:sp>
        <p:nvSpPr>
          <p:cNvPr id="2" name="TextBox 1">
            <a:extLst>
              <a:ext uri="{FF2B5EF4-FFF2-40B4-BE49-F238E27FC236}">
                <a16:creationId xmlns:a16="http://schemas.microsoft.com/office/drawing/2014/main" id="{938504F7-A007-3ED9-75D4-7C283D740AAE}"/>
              </a:ext>
            </a:extLst>
          </p:cNvPr>
          <p:cNvSpPr txBox="1"/>
          <p:nvPr/>
        </p:nvSpPr>
        <p:spPr>
          <a:xfrm>
            <a:off x="1031607" y="1768842"/>
            <a:ext cx="7080785" cy="2862322"/>
          </a:xfrm>
          <a:prstGeom prst="rect">
            <a:avLst/>
          </a:prstGeom>
          <a:noFill/>
        </p:spPr>
        <p:txBody>
          <a:bodyPr wrap="square" rtlCol="0">
            <a:spAutoFit/>
          </a:bodyPr>
          <a:lstStyle/>
          <a:p>
            <a:r>
              <a:rPr lang="en-JP" sz="2000"/>
              <a:t>TFTと確率分布</a:t>
            </a:r>
          </a:p>
          <a:p>
            <a:r>
              <a:rPr lang="en-JP" sz="2000"/>
              <a:t>	TFTの構築フロー</a:t>
            </a:r>
          </a:p>
          <a:p>
            <a:r>
              <a:rPr lang="en-JP" sz="2000"/>
              <a:t>	TFTのベースモデルの構築</a:t>
            </a:r>
          </a:p>
          <a:p>
            <a:r>
              <a:rPr lang="en-JP" sz="2000"/>
              <a:t>	最適な確率分布の選定</a:t>
            </a:r>
          </a:p>
          <a:p>
            <a:r>
              <a:rPr lang="en-JP" sz="2000"/>
              <a:t>	TFTと損失関数</a:t>
            </a:r>
          </a:p>
          <a:p>
            <a:r>
              <a:rPr lang="en-JP" sz="2000"/>
              <a:t>偏相関分析と相関分析</a:t>
            </a:r>
          </a:p>
          <a:p>
            <a:r>
              <a:rPr lang="en-JP" sz="2000"/>
              <a:t>	偏相関分析</a:t>
            </a:r>
          </a:p>
          <a:p>
            <a:r>
              <a:rPr lang="en-JP" sz="2000"/>
              <a:t>	相関分析</a:t>
            </a:r>
          </a:p>
          <a:p>
            <a:endParaRPr lang="en-US" sz="2000"/>
          </a:p>
        </p:txBody>
      </p:sp>
      <p:sp>
        <p:nvSpPr>
          <p:cNvPr id="4" name="スライド番号プレースホルダー 1">
            <a:extLst>
              <a:ext uri="{FF2B5EF4-FFF2-40B4-BE49-F238E27FC236}">
                <a16:creationId xmlns:a16="http://schemas.microsoft.com/office/drawing/2014/main" id="{2736220A-6D7B-6E05-D58E-EC98CA2FB02C}"/>
              </a:ext>
            </a:extLst>
          </p:cNvPr>
          <p:cNvSpPr txBox="1">
            <a:spLocks/>
          </p:cNvSpPr>
          <p:nvPr/>
        </p:nvSpPr>
        <p:spPr>
          <a:xfrm>
            <a:off x="8345421" y="4327957"/>
            <a:ext cx="489000" cy="502500"/>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fld id="{00000000-1234-1234-1234-123412341234}" type="slidenum">
              <a:rPr lang="en" smtClean="0"/>
              <a:pPr/>
              <a:t>2</a:t>
            </a:fld>
            <a:endParaRPr lang="ja-JP" altLang="en-US"/>
          </a:p>
        </p:txBody>
      </p:sp>
    </p:spTree>
    <p:extLst>
      <p:ext uri="{BB962C8B-B14F-4D97-AF65-F5344CB8AC3E}">
        <p14:creationId xmlns:p14="http://schemas.microsoft.com/office/powerpoint/2010/main" val="23973779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729BE8-E3B1-C310-CA6C-C5ECA3024498}"/>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124379EF-B407-527F-B6A5-A7B4821F46A8}"/>
              </a:ext>
            </a:extLst>
          </p:cNvPr>
          <p:cNvSpPr/>
          <p:nvPr/>
        </p:nvSpPr>
        <p:spPr>
          <a:xfrm>
            <a:off x="789421" y="2146838"/>
            <a:ext cx="7334250" cy="84982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JP" sz="4000">
                <a:solidFill>
                  <a:schemeClr val="tx1"/>
                </a:solidFill>
              </a:rPr>
              <a:t>TFTと確率分布</a:t>
            </a:r>
          </a:p>
        </p:txBody>
      </p:sp>
      <p:sp>
        <p:nvSpPr>
          <p:cNvPr id="4" name="スライド番号プレースホルダー 1">
            <a:extLst>
              <a:ext uri="{FF2B5EF4-FFF2-40B4-BE49-F238E27FC236}">
                <a16:creationId xmlns:a16="http://schemas.microsoft.com/office/drawing/2014/main" id="{2438493C-C31D-DBD0-9E25-64830430C2AD}"/>
              </a:ext>
            </a:extLst>
          </p:cNvPr>
          <p:cNvSpPr txBox="1">
            <a:spLocks/>
          </p:cNvSpPr>
          <p:nvPr/>
        </p:nvSpPr>
        <p:spPr>
          <a:xfrm>
            <a:off x="8345421" y="4327957"/>
            <a:ext cx="489000" cy="502500"/>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fld id="{00000000-1234-1234-1234-123412341234}" type="slidenum">
              <a:rPr lang="en" smtClean="0"/>
              <a:pPr/>
              <a:t>3</a:t>
            </a:fld>
            <a:endParaRPr lang="ja-JP" altLang="en-US"/>
          </a:p>
        </p:txBody>
      </p:sp>
    </p:spTree>
    <p:extLst>
      <p:ext uri="{BB962C8B-B14F-4D97-AF65-F5344CB8AC3E}">
        <p14:creationId xmlns:p14="http://schemas.microsoft.com/office/powerpoint/2010/main" val="27530665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9951450-1160-CCCF-DD59-35330440B5A9}"/>
              </a:ext>
            </a:extLst>
          </p:cNvPr>
          <p:cNvSpPr/>
          <p:nvPr/>
        </p:nvSpPr>
        <p:spPr>
          <a:xfrm>
            <a:off x="650875" y="292100"/>
            <a:ext cx="7334250" cy="84982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JP" sz="4000">
                <a:solidFill>
                  <a:schemeClr val="tx1"/>
                </a:solidFill>
              </a:rPr>
              <a:t>TFTの構築フロー</a:t>
            </a:r>
          </a:p>
        </p:txBody>
      </p:sp>
      <p:grpSp>
        <p:nvGrpSpPr>
          <p:cNvPr id="21" name="Group 20">
            <a:extLst>
              <a:ext uri="{FF2B5EF4-FFF2-40B4-BE49-F238E27FC236}">
                <a16:creationId xmlns:a16="http://schemas.microsoft.com/office/drawing/2014/main" id="{9E1AF12C-4BD2-EF26-0C13-9FDB04F93B5E}"/>
              </a:ext>
            </a:extLst>
          </p:cNvPr>
          <p:cNvGrpSpPr/>
          <p:nvPr/>
        </p:nvGrpSpPr>
        <p:grpSpPr>
          <a:xfrm>
            <a:off x="356524" y="1595987"/>
            <a:ext cx="2096964" cy="1361994"/>
            <a:chOff x="356524" y="1332045"/>
            <a:chExt cx="2096964" cy="1361994"/>
          </a:xfrm>
        </p:grpSpPr>
        <p:sp>
          <p:nvSpPr>
            <p:cNvPr id="5" name="Google Shape;824;p83">
              <a:extLst>
                <a:ext uri="{FF2B5EF4-FFF2-40B4-BE49-F238E27FC236}">
                  <a16:creationId xmlns:a16="http://schemas.microsoft.com/office/drawing/2014/main" id="{9F80670F-533B-0325-0C90-80FE7E5141D3}"/>
                </a:ext>
              </a:extLst>
            </p:cNvPr>
            <p:cNvSpPr txBox="1">
              <a:spLocks/>
            </p:cNvSpPr>
            <p:nvPr/>
          </p:nvSpPr>
          <p:spPr>
            <a:xfrm>
              <a:off x="445841" y="1898063"/>
              <a:ext cx="2007647" cy="795976"/>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sz="2000" err="1"/>
                <a:t>TFTベースモデルを構築する</a:t>
              </a:r>
              <a:endParaRPr lang="en-US" sz="2000"/>
            </a:p>
          </p:txBody>
        </p:sp>
        <p:sp>
          <p:nvSpPr>
            <p:cNvPr id="15" name="Google Shape;834;p83">
              <a:extLst>
                <a:ext uri="{FF2B5EF4-FFF2-40B4-BE49-F238E27FC236}">
                  <a16:creationId xmlns:a16="http://schemas.microsoft.com/office/drawing/2014/main" id="{3A0FA998-B3E6-4ECE-45FD-8E15115C4610}"/>
                </a:ext>
              </a:extLst>
            </p:cNvPr>
            <p:cNvSpPr txBox="1"/>
            <p:nvPr/>
          </p:nvSpPr>
          <p:spPr>
            <a:xfrm>
              <a:off x="356524" y="1332045"/>
              <a:ext cx="1562100" cy="652500"/>
            </a:xfrm>
            <a:prstGeom prst="rect">
              <a:avLst/>
            </a:prstGeom>
            <a:noFill/>
            <a:ln>
              <a:noFill/>
            </a:ln>
          </p:spPr>
          <p:txBody>
            <a:bodyPr spcFirstLastPara="1" wrap="square" lIns="91425" tIns="91425" rIns="91425" bIns="91425" anchor="t" anchorCtr="0">
              <a:spAutoFit/>
            </a:bodyPr>
            <a:lstStyle/>
            <a:p>
              <a:pPr marL="0" lvl="0" indent="0" algn="l" rtl="0">
                <a:lnSpc>
                  <a:spcPct val="80000"/>
                </a:lnSpc>
                <a:spcBef>
                  <a:spcPts val="0"/>
                </a:spcBef>
                <a:spcAft>
                  <a:spcPts val="0"/>
                </a:spcAft>
                <a:buNone/>
              </a:pPr>
              <a:r>
                <a:rPr lang="en" sz="3800">
                  <a:solidFill>
                    <a:schemeClr val="dk1"/>
                  </a:solidFill>
                  <a:latin typeface="Lexend"/>
                  <a:ea typeface="Lexend"/>
                  <a:cs typeface="Lexend"/>
                  <a:sym typeface="Lexend"/>
                </a:rPr>
                <a:t>1.</a:t>
              </a:r>
              <a:endParaRPr sz="3800">
                <a:solidFill>
                  <a:schemeClr val="dk1"/>
                </a:solidFill>
                <a:latin typeface="Lexend"/>
                <a:ea typeface="Lexend"/>
                <a:cs typeface="Lexend"/>
                <a:sym typeface="Lexend"/>
              </a:endParaRPr>
            </a:p>
          </p:txBody>
        </p:sp>
      </p:grpSp>
      <p:grpSp>
        <p:nvGrpSpPr>
          <p:cNvPr id="22" name="Group 21">
            <a:extLst>
              <a:ext uri="{FF2B5EF4-FFF2-40B4-BE49-F238E27FC236}">
                <a16:creationId xmlns:a16="http://schemas.microsoft.com/office/drawing/2014/main" id="{0ECEBE87-A088-7924-CEDA-075118CB7D14}"/>
              </a:ext>
            </a:extLst>
          </p:cNvPr>
          <p:cNvGrpSpPr/>
          <p:nvPr/>
        </p:nvGrpSpPr>
        <p:grpSpPr>
          <a:xfrm>
            <a:off x="2553017" y="1607533"/>
            <a:ext cx="2070193" cy="1350448"/>
            <a:chOff x="2055599" y="1332045"/>
            <a:chExt cx="2070193" cy="1350448"/>
          </a:xfrm>
        </p:grpSpPr>
        <p:sp>
          <p:nvSpPr>
            <p:cNvPr id="6" name="Google Shape;825;p83">
              <a:extLst>
                <a:ext uri="{FF2B5EF4-FFF2-40B4-BE49-F238E27FC236}">
                  <a16:creationId xmlns:a16="http://schemas.microsoft.com/office/drawing/2014/main" id="{BD51C93C-4274-1DB6-CCF9-027086DD25E8}"/>
                </a:ext>
              </a:extLst>
            </p:cNvPr>
            <p:cNvSpPr txBox="1">
              <a:spLocks/>
            </p:cNvSpPr>
            <p:nvPr/>
          </p:nvSpPr>
          <p:spPr>
            <a:xfrm>
              <a:off x="2155541" y="1898063"/>
              <a:ext cx="1970251" cy="784430"/>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sz="2000" err="1"/>
                <a:t>最適な確率分布を選定する</a:t>
              </a:r>
              <a:endParaRPr lang="en-US" sz="2000"/>
            </a:p>
          </p:txBody>
        </p:sp>
        <p:sp>
          <p:nvSpPr>
            <p:cNvPr id="16" name="Google Shape;835;p83">
              <a:extLst>
                <a:ext uri="{FF2B5EF4-FFF2-40B4-BE49-F238E27FC236}">
                  <a16:creationId xmlns:a16="http://schemas.microsoft.com/office/drawing/2014/main" id="{F599EF82-D8A8-E7F0-3015-9DF00097EE7A}"/>
                </a:ext>
              </a:extLst>
            </p:cNvPr>
            <p:cNvSpPr txBox="1"/>
            <p:nvPr/>
          </p:nvSpPr>
          <p:spPr>
            <a:xfrm>
              <a:off x="2055599" y="1332045"/>
              <a:ext cx="1562100" cy="652500"/>
            </a:xfrm>
            <a:prstGeom prst="rect">
              <a:avLst/>
            </a:prstGeom>
            <a:noFill/>
            <a:ln>
              <a:noFill/>
            </a:ln>
          </p:spPr>
          <p:txBody>
            <a:bodyPr spcFirstLastPara="1" wrap="square" lIns="91425" tIns="91425" rIns="91425" bIns="91425" anchor="t" anchorCtr="0">
              <a:spAutoFit/>
            </a:bodyPr>
            <a:lstStyle/>
            <a:p>
              <a:pPr marL="0" lvl="0" indent="0" algn="l" rtl="0">
                <a:lnSpc>
                  <a:spcPct val="80000"/>
                </a:lnSpc>
                <a:spcBef>
                  <a:spcPts val="0"/>
                </a:spcBef>
                <a:spcAft>
                  <a:spcPts val="0"/>
                </a:spcAft>
                <a:buNone/>
              </a:pPr>
              <a:r>
                <a:rPr lang="en" sz="3800">
                  <a:solidFill>
                    <a:schemeClr val="dk1"/>
                  </a:solidFill>
                  <a:latin typeface="Lexend"/>
                  <a:ea typeface="Lexend"/>
                  <a:cs typeface="Lexend"/>
                  <a:sym typeface="Lexend"/>
                </a:rPr>
                <a:t>2.</a:t>
              </a:r>
              <a:endParaRPr sz="3800">
                <a:solidFill>
                  <a:schemeClr val="dk1"/>
                </a:solidFill>
                <a:latin typeface="Lexend"/>
                <a:ea typeface="Lexend"/>
                <a:cs typeface="Lexend"/>
                <a:sym typeface="Lexend"/>
              </a:endParaRPr>
            </a:p>
          </p:txBody>
        </p:sp>
      </p:grpSp>
      <p:grpSp>
        <p:nvGrpSpPr>
          <p:cNvPr id="23" name="Group 22">
            <a:extLst>
              <a:ext uri="{FF2B5EF4-FFF2-40B4-BE49-F238E27FC236}">
                <a16:creationId xmlns:a16="http://schemas.microsoft.com/office/drawing/2014/main" id="{B521C511-437D-B795-2C9E-C24062FDD5A1}"/>
              </a:ext>
            </a:extLst>
          </p:cNvPr>
          <p:cNvGrpSpPr/>
          <p:nvPr/>
        </p:nvGrpSpPr>
        <p:grpSpPr>
          <a:xfrm>
            <a:off x="4760136" y="1595987"/>
            <a:ext cx="2080819" cy="1361994"/>
            <a:chOff x="3754674" y="1332045"/>
            <a:chExt cx="2080819" cy="1361994"/>
          </a:xfrm>
        </p:grpSpPr>
        <p:sp>
          <p:nvSpPr>
            <p:cNvPr id="7" name="Google Shape;826;p83">
              <a:extLst>
                <a:ext uri="{FF2B5EF4-FFF2-40B4-BE49-F238E27FC236}">
                  <a16:creationId xmlns:a16="http://schemas.microsoft.com/office/drawing/2014/main" id="{F6218432-3AE2-7305-7168-364A9AD75909}"/>
                </a:ext>
              </a:extLst>
            </p:cNvPr>
            <p:cNvSpPr txBox="1">
              <a:spLocks/>
            </p:cNvSpPr>
            <p:nvPr/>
          </p:nvSpPr>
          <p:spPr>
            <a:xfrm>
              <a:off x="3865243" y="1898063"/>
              <a:ext cx="1970250" cy="795976"/>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sz="2000" err="1"/>
                <a:t>確率分布を損失関数に組み込む</a:t>
              </a:r>
              <a:endParaRPr lang="en-US" sz="2000"/>
            </a:p>
          </p:txBody>
        </p:sp>
        <p:sp>
          <p:nvSpPr>
            <p:cNvPr id="17" name="Google Shape;836;p83">
              <a:extLst>
                <a:ext uri="{FF2B5EF4-FFF2-40B4-BE49-F238E27FC236}">
                  <a16:creationId xmlns:a16="http://schemas.microsoft.com/office/drawing/2014/main" id="{4E3AA8E4-821E-6411-1EE7-A84726FC0504}"/>
                </a:ext>
              </a:extLst>
            </p:cNvPr>
            <p:cNvSpPr txBox="1"/>
            <p:nvPr/>
          </p:nvSpPr>
          <p:spPr>
            <a:xfrm>
              <a:off x="3754674" y="1332045"/>
              <a:ext cx="1562100" cy="652500"/>
            </a:xfrm>
            <a:prstGeom prst="rect">
              <a:avLst/>
            </a:prstGeom>
            <a:noFill/>
            <a:ln>
              <a:noFill/>
            </a:ln>
          </p:spPr>
          <p:txBody>
            <a:bodyPr spcFirstLastPara="1" wrap="square" lIns="91425" tIns="91425" rIns="91425" bIns="91425" anchor="t" anchorCtr="0">
              <a:spAutoFit/>
            </a:bodyPr>
            <a:lstStyle/>
            <a:p>
              <a:pPr marL="0" lvl="0" indent="0" algn="l" rtl="0">
                <a:lnSpc>
                  <a:spcPct val="80000"/>
                </a:lnSpc>
                <a:spcBef>
                  <a:spcPts val="0"/>
                </a:spcBef>
                <a:spcAft>
                  <a:spcPts val="0"/>
                </a:spcAft>
                <a:buNone/>
              </a:pPr>
              <a:r>
                <a:rPr lang="en" sz="3800">
                  <a:solidFill>
                    <a:schemeClr val="dk1"/>
                  </a:solidFill>
                  <a:latin typeface="Lexend"/>
                  <a:ea typeface="Lexend"/>
                  <a:cs typeface="Lexend"/>
                  <a:sym typeface="Lexend"/>
                </a:rPr>
                <a:t>3.</a:t>
              </a:r>
              <a:endParaRPr sz="3800">
                <a:solidFill>
                  <a:schemeClr val="dk1"/>
                </a:solidFill>
                <a:latin typeface="Lexend"/>
                <a:ea typeface="Lexend"/>
                <a:cs typeface="Lexend"/>
                <a:sym typeface="Lexend"/>
              </a:endParaRPr>
            </a:p>
          </p:txBody>
        </p:sp>
      </p:grpSp>
      <p:grpSp>
        <p:nvGrpSpPr>
          <p:cNvPr id="24" name="Group 23">
            <a:extLst>
              <a:ext uri="{FF2B5EF4-FFF2-40B4-BE49-F238E27FC236}">
                <a16:creationId xmlns:a16="http://schemas.microsoft.com/office/drawing/2014/main" id="{770EFB2F-3705-8900-98CD-302FD977FCED}"/>
              </a:ext>
            </a:extLst>
          </p:cNvPr>
          <p:cNvGrpSpPr/>
          <p:nvPr/>
        </p:nvGrpSpPr>
        <p:grpSpPr>
          <a:xfrm>
            <a:off x="6977882" y="1607533"/>
            <a:ext cx="2008802" cy="1217961"/>
            <a:chOff x="5453749" y="1332045"/>
            <a:chExt cx="2008802" cy="1217961"/>
          </a:xfrm>
        </p:grpSpPr>
        <p:sp>
          <p:nvSpPr>
            <p:cNvPr id="8" name="Google Shape;827;p83">
              <a:extLst>
                <a:ext uri="{FF2B5EF4-FFF2-40B4-BE49-F238E27FC236}">
                  <a16:creationId xmlns:a16="http://schemas.microsoft.com/office/drawing/2014/main" id="{25B0CE4E-D614-5F0A-7087-26F1D8DBF755}"/>
                </a:ext>
              </a:extLst>
            </p:cNvPr>
            <p:cNvSpPr txBox="1">
              <a:spLocks/>
            </p:cNvSpPr>
            <p:nvPr/>
          </p:nvSpPr>
          <p:spPr>
            <a:xfrm>
              <a:off x="5574943" y="1898063"/>
              <a:ext cx="1887608" cy="651943"/>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sz="2000" err="1"/>
                <a:t>特徴量エンジニアリング</a:t>
              </a:r>
              <a:endParaRPr lang="en-US" sz="2000"/>
            </a:p>
          </p:txBody>
        </p:sp>
        <p:sp>
          <p:nvSpPr>
            <p:cNvPr id="18" name="Google Shape;837;p83">
              <a:extLst>
                <a:ext uri="{FF2B5EF4-FFF2-40B4-BE49-F238E27FC236}">
                  <a16:creationId xmlns:a16="http://schemas.microsoft.com/office/drawing/2014/main" id="{D4B8EB67-43D7-AED5-44C3-249D072D0DCB}"/>
                </a:ext>
              </a:extLst>
            </p:cNvPr>
            <p:cNvSpPr txBox="1"/>
            <p:nvPr/>
          </p:nvSpPr>
          <p:spPr>
            <a:xfrm>
              <a:off x="5453749" y="1332045"/>
              <a:ext cx="1562100" cy="652500"/>
            </a:xfrm>
            <a:prstGeom prst="rect">
              <a:avLst/>
            </a:prstGeom>
            <a:noFill/>
            <a:ln>
              <a:noFill/>
            </a:ln>
          </p:spPr>
          <p:txBody>
            <a:bodyPr spcFirstLastPara="1" wrap="square" lIns="91425" tIns="91425" rIns="91425" bIns="91425" anchor="t" anchorCtr="0">
              <a:spAutoFit/>
            </a:bodyPr>
            <a:lstStyle/>
            <a:p>
              <a:pPr marL="0" lvl="0" indent="0" algn="l" rtl="0">
                <a:lnSpc>
                  <a:spcPct val="80000"/>
                </a:lnSpc>
                <a:spcBef>
                  <a:spcPts val="0"/>
                </a:spcBef>
                <a:spcAft>
                  <a:spcPts val="0"/>
                </a:spcAft>
                <a:buNone/>
              </a:pPr>
              <a:r>
                <a:rPr lang="en" sz="3800">
                  <a:solidFill>
                    <a:schemeClr val="dk1"/>
                  </a:solidFill>
                  <a:latin typeface="Lexend"/>
                  <a:ea typeface="Lexend"/>
                  <a:cs typeface="Lexend"/>
                  <a:sym typeface="Lexend"/>
                </a:rPr>
                <a:t>4.</a:t>
              </a:r>
              <a:endParaRPr sz="3800">
                <a:solidFill>
                  <a:schemeClr val="dk1"/>
                </a:solidFill>
                <a:latin typeface="Lexend"/>
                <a:ea typeface="Lexend"/>
                <a:cs typeface="Lexend"/>
                <a:sym typeface="Lexend"/>
              </a:endParaRPr>
            </a:p>
          </p:txBody>
        </p:sp>
      </p:grpSp>
      <p:sp>
        <p:nvSpPr>
          <p:cNvPr id="33" name="U-Turn Arrow 32">
            <a:extLst>
              <a:ext uri="{FF2B5EF4-FFF2-40B4-BE49-F238E27FC236}">
                <a16:creationId xmlns:a16="http://schemas.microsoft.com/office/drawing/2014/main" id="{B0D8F766-22AA-188B-DEB3-861FC5C5D33A}"/>
              </a:ext>
            </a:extLst>
          </p:cNvPr>
          <p:cNvSpPr/>
          <p:nvPr/>
        </p:nvSpPr>
        <p:spPr>
          <a:xfrm flipH="1">
            <a:off x="3401961" y="1371692"/>
            <a:ext cx="4583164" cy="486605"/>
          </a:xfrm>
          <a:prstGeom prst="uturnArrow">
            <a:avLst>
              <a:gd name="adj1" fmla="val 25000"/>
              <a:gd name="adj2" fmla="val 25000"/>
              <a:gd name="adj3" fmla="val 27021"/>
              <a:gd name="adj4" fmla="val 43750"/>
              <a:gd name="adj5" fmla="val 100000"/>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JP">
              <a:solidFill>
                <a:schemeClr val="tx1"/>
              </a:solidFill>
            </a:endParaRPr>
          </a:p>
        </p:txBody>
      </p:sp>
      <p:pic>
        <p:nvPicPr>
          <p:cNvPr id="35" name="Picture 34" descr="A graph of a number of objects&#10;&#10;AI-generated content may be incorrect.">
            <a:extLst>
              <a:ext uri="{FF2B5EF4-FFF2-40B4-BE49-F238E27FC236}">
                <a16:creationId xmlns:a16="http://schemas.microsoft.com/office/drawing/2014/main" id="{4C638518-DF9C-C630-4FE2-35C6B1FFD0E5}"/>
              </a:ext>
            </a:extLst>
          </p:cNvPr>
          <p:cNvPicPr>
            <a:picLocks noChangeAspect="1"/>
          </p:cNvPicPr>
          <p:nvPr/>
        </p:nvPicPr>
        <p:blipFill>
          <a:blip r:embed="rId3"/>
          <a:stretch>
            <a:fillRect/>
          </a:stretch>
        </p:blipFill>
        <p:spPr>
          <a:xfrm>
            <a:off x="2585451" y="3523999"/>
            <a:ext cx="1986549" cy="1533832"/>
          </a:xfrm>
          <a:prstGeom prst="rect">
            <a:avLst/>
          </a:prstGeom>
        </p:spPr>
      </p:pic>
      <p:sp>
        <p:nvSpPr>
          <p:cNvPr id="36" name="TextBox 35">
            <a:extLst>
              <a:ext uri="{FF2B5EF4-FFF2-40B4-BE49-F238E27FC236}">
                <a16:creationId xmlns:a16="http://schemas.microsoft.com/office/drawing/2014/main" id="{836D10B4-9996-62DE-2BD2-E25DE5DB8561}"/>
              </a:ext>
            </a:extLst>
          </p:cNvPr>
          <p:cNvSpPr txBox="1"/>
          <p:nvPr/>
        </p:nvSpPr>
        <p:spPr>
          <a:xfrm>
            <a:off x="4870705" y="3935168"/>
            <a:ext cx="2512226" cy="738664"/>
          </a:xfrm>
          <a:prstGeom prst="rect">
            <a:avLst/>
          </a:prstGeom>
          <a:noFill/>
        </p:spPr>
        <p:txBody>
          <a:bodyPr wrap="square" rtlCol="0">
            <a:spAutoFit/>
          </a:bodyPr>
          <a:lstStyle/>
          <a:p>
            <a:r>
              <a:rPr lang="en-JP" sz="1050"/>
              <a:t>点ではなく確率を予測をする場合</a:t>
            </a:r>
          </a:p>
          <a:p>
            <a:pPr marL="171450" indent="-171450">
              <a:buFont typeface="Arial" panose="020B0604020202020204" pitchFamily="34" charset="0"/>
              <a:buChar char="•"/>
            </a:pPr>
            <a:r>
              <a:rPr lang="en-JP" sz="1050"/>
              <a:t>対数尤度クラス</a:t>
            </a:r>
          </a:p>
          <a:p>
            <a:pPr marL="171450" indent="-171450">
              <a:buFont typeface="Arial" panose="020B0604020202020204" pitchFamily="34" charset="0"/>
              <a:buChar char="•"/>
            </a:pPr>
            <a:r>
              <a:rPr lang="en-JP" sz="1050"/>
              <a:t>尤度に基づいたサンプリングクラス</a:t>
            </a:r>
          </a:p>
          <a:p>
            <a:r>
              <a:rPr lang="en-JP" sz="1050"/>
              <a:t>が必要</a:t>
            </a:r>
          </a:p>
        </p:txBody>
      </p:sp>
      <p:sp>
        <p:nvSpPr>
          <p:cNvPr id="37" name="TextBox 36">
            <a:extLst>
              <a:ext uri="{FF2B5EF4-FFF2-40B4-BE49-F238E27FC236}">
                <a16:creationId xmlns:a16="http://schemas.microsoft.com/office/drawing/2014/main" id="{A195D962-78FD-908E-630C-4D9027F7759C}"/>
              </a:ext>
            </a:extLst>
          </p:cNvPr>
          <p:cNvSpPr txBox="1"/>
          <p:nvPr/>
        </p:nvSpPr>
        <p:spPr>
          <a:xfrm>
            <a:off x="356524" y="3978063"/>
            <a:ext cx="2106856" cy="415498"/>
          </a:xfrm>
          <a:prstGeom prst="rect">
            <a:avLst/>
          </a:prstGeom>
          <a:noFill/>
        </p:spPr>
        <p:txBody>
          <a:bodyPr wrap="square" rtlCol="0">
            <a:spAutoFit/>
          </a:bodyPr>
          <a:lstStyle/>
          <a:p>
            <a:r>
              <a:rPr lang="en-JP" sz="1050"/>
              <a:t>何が性能を上げているのか確認するためにベースモデルが必要</a:t>
            </a:r>
          </a:p>
        </p:txBody>
      </p:sp>
      <p:sp>
        <p:nvSpPr>
          <p:cNvPr id="38" name="TextBox 37">
            <a:extLst>
              <a:ext uri="{FF2B5EF4-FFF2-40B4-BE49-F238E27FC236}">
                <a16:creationId xmlns:a16="http://schemas.microsoft.com/office/drawing/2014/main" id="{484B6CFC-ED6B-BE9A-608C-54DBE337A6A9}"/>
              </a:ext>
            </a:extLst>
          </p:cNvPr>
          <p:cNvSpPr txBox="1"/>
          <p:nvPr/>
        </p:nvSpPr>
        <p:spPr>
          <a:xfrm>
            <a:off x="7341336" y="3893992"/>
            <a:ext cx="1802664" cy="738664"/>
          </a:xfrm>
          <a:prstGeom prst="rect">
            <a:avLst/>
          </a:prstGeom>
          <a:noFill/>
        </p:spPr>
        <p:txBody>
          <a:bodyPr wrap="square" rtlCol="0">
            <a:spAutoFit/>
          </a:bodyPr>
          <a:lstStyle/>
          <a:p>
            <a:r>
              <a:rPr lang="en-JP" sz="1050"/>
              <a:t>e.g.</a:t>
            </a:r>
          </a:p>
          <a:p>
            <a:pPr marL="171450" indent="-171450">
              <a:buFont typeface="Arial" panose="020B0604020202020204" pitchFamily="34" charset="0"/>
              <a:buChar char="•"/>
            </a:pPr>
            <a:r>
              <a:rPr lang="en-JP" sz="1050"/>
              <a:t>正則化，データ拡張</a:t>
            </a:r>
          </a:p>
          <a:p>
            <a:pPr marL="171450" indent="-171450">
              <a:buFont typeface="Arial" panose="020B0604020202020204" pitchFamily="34" charset="0"/>
              <a:buChar char="•"/>
            </a:pPr>
            <a:r>
              <a:rPr lang="en-JP" sz="1050"/>
              <a:t>書店の詳細特徴量</a:t>
            </a:r>
          </a:p>
          <a:p>
            <a:pPr marL="171450" indent="-171450">
              <a:buFont typeface="Arial" panose="020B0604020202020204" pitchFamily="34" charset="0"/>
              <a:buChar char="•"/>
            </a:pPr>
            <a:r>
              <a:rPr lang="en-JP" sz="1050"/>
              <a:t>Googleトレンド</a:t>
            </a:r>
          </a:p>
        </p:txBody>
      </p:sp>
      <p:sp>
        <p:nvSpPr>
          <p:cNvPr id="39" name="U-Turn Arrow 38">
            <a:extLst>
              <a:ext uri="{FF2B5EF4-FFF2-40B4-BE49-F238E27FC236}">
                <a16:creationId xmlns:a16="http://schemas.microsoft.com/office/drawing/2014/main" id="{E78DDA7B-2A0E-23B4-99A7-C1DCE7590182}"/>
              </a:ext>
            </a:extLst>
          </p:cNvPr>
          <p:cNvSpPr/>
          <p:nvPr/>
        </p:nvSpPr>
        <p:spPr>
          <a:xfrm rot="10800000" flipH="1">
            <a:off x="3490079" y="2949852"/>
            <a:ext cx="4583164" cy="472895"/>
          </a:xfrm>
          <a:prstGeom prst="uturnArrow">
            <a:avLst>
              <a:gd name="adj1" fmla="val 25000"/>
              <a:gd name="adj2" fmla="val 25000"/>
              <a:gd name="adj3" fmla="val 27021"/>
              <a:gd name="adj4" fmla="val 43750"/>
              <a:gd name="adj5" fmla="val 100000"/>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JP">
              <a:solidFill>
                <a:schemeClr val="tx1"/>
              </a:solidFill>
            </a:endParaRPr>
          </a:p>
        </p:txBody>
      </p:sp>
      <p:sp>
        <p:nvSpPr>
          <p:cNvPr id="2" name="スライド番号プレースホルダー 1">
            <a:extLst>
              <a:ext uri="{FF2B5EF4-FFF2-40B4-BE49-F238E27FC236}">
                <a16:creationId xmlns:a16="http://schemas.microsoft.com/office/drawing/2014/main" id="{3DF61463-2498-5A55-640B-00605C289D5A}"/>
              </a:ext>
            </a:extLst>
          </p:cNvPr>
          <p:cNvSpPr txBox="1">
            <a:spLocks/>
          </p:cNvSpPr>
          <p:nvPr/>
        </p:nvSpPr>
        <p:spPr>
          <a:xfrm>
            <a:off x="8497684" y="4601401"/>
            <a:ext cx="489000" cy="502500"/>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fld id="{00000000-1234-1234-1234-123412341234}" type="slidenum">
              <a:rPr lang="en" smtClean="0"/>
              <a:pPr/>
              <a:t>4</a:t>
            </a:fld>
            <a:endParaRPr lang="ja-JP" altLang="en-US"/>
          </a:p>
        </p:txBody>
      </p:sp>
    </p:spTree>
    <p:extLst>
      <p:ext uri="{BB962C8B-B14F-4D97-AF65-F5344CB8AC3E}">
        <p14:creationId xmlns:p14="http://schemas.microsoft.com/office/powerpoint/2010/main" val="22070578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570380-67D5-1C8C-FC96-67ACB2CDE854}"/>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F36693ED-B5D4-0601-3A6E-14AA2B4A1803}"/>
              </a:ext>
            </a:extLst>
          </p:cNvPr>
          <p:cNvSpPr/>
          <p:nvPr/>
        </p:nvSpPr>
        <p:spPr>
          <a:xfrm>
            <a:off x="650875" y="292100"/>
            <a:ext cx="7334250" cy="84982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JP" sz="4000">
                <a:solidFill>
                  <a:schemeClr val="tx1"/>
                </a:solidFill>
              </a:rPr>
              <a:t>TFTベースモデルの構築</a:t>
            </a:r>
          </a:p>
        </p:txBody>
      </p:sp>
      <p:sp>
        <p:nvSpPr>
          <p:cNvPr id="2" name="TextBox 1">
            <a:extLst>
              <a:ext uri="{FF2B5EF4-FFF2-40B4-BE49-F238E27FC236}">
                <a16:creationId xmlns:a16="http://schemas.microsoft.com/office/drawing/2014/main" id="{1C4E31E6-5AC1-DB55-A96D-71C354C21F99}"/>
              </a:ext>
            </a:extLst>
          </p:cNvPr>
          <p:cNvSpPr txBox="1"/>
          <p:nvPr/>
        </p:nvSpPr>
        <p:spPr>
          <a:xfrm>
            <a:off x="650875" y="1486297"/>
            <a:ext cx="7080785" cy="1569660"/>
          </a:xfrm>
          <a:prstGeom prst="rect">
            <a:avLst/>
          </a:prstGeom>
          <a:noFill/>
        </p:spPr>
        <p:txBody>
          <a:bodyPr wrap="square" rtlCol="0">
            <a:spAutoFit/>
          </a:bodyPr>
          <a:lstStyle/>
          <a:p>
            <a:r>
              <a:rPr lang="en-JP" sz="1600"/>
              <a:t>モデル</a:t>
            </a:r>
            <a:r>
              <a:rPr lang="ja-JP" altLang="en-US" sz="1600"/>
              <a:t>　　</a:t>
            </a:r>
            <a:r>
              <a:rPr lang="en-JP" sz="1600"/>
              <a:t>TFT</a:t>
            </a:r>
          </a:p>
          <a:p>
            <a:r>
              <a:rPr lang="en-JP" sz="1600"/>
              <a:t>説明変数</a:t>
            </a:r>
            <a:r>
              <a:rPr lang="ja-JP" altLang="en-US" sz="1600"/>
              <a:t>　</a:t>
            </a:r>
            <a:r>
              <a:rPr lang="en-JP" sz="1600"/>
              <a:t>日付，書名，出版社，著者名，[x]分類，本体価格</a:t>
            </a:r>
          </a:p>
          <a:p>
            <a:r>
              <a:rPr lang="en-JP" sz="1600"/>
              <a:t>目的変数</a:t>
            </a:r>
            <a:r>
              <a:rPr lang="ja-JP" altLang="en-US" sz="1600"/>
              <a:t>　</a:t>
            </a:r>
            <a:r>
              <a:rPr lang="en-US" altLang="ja-JP" sz="1600"/>
              <a:t>POS</a:t>
            </a:r>
            <a:r>
              <a:rPr lang="ja-JP" altLang="en-US" sz="1600"/>
              <a:t>販売冊数</a:t>
            </a:r>
            <a:endParaRPr lang="en-US" altLang="ja-JP" sz="1600"/>
          </a:p>
          <a:p>
            <a:pPr marL="342900" indent="-342900">
              <a:buFont typeface="Arial" panose="020B0604020202020204" pitchFamily="34" charset="0"/>
              <a:buChar char="•"/>
            </a:pPr>
            <a:r>
              <a:rPr lang="en-US" altLang="ja-JP" sz="1600"/>
              <a:t>CONTEXT_LENGTH = 180</a:t>
            </a:r>
          </a:p>
          <a:p>
            <a:pPr marL="342900" indent="-342900">
              <a:buFont typeface="Arial" panose="020B0604020202020204" pitchFamily="34" charset="0"/>
              <a:buChar char="•"/>
            </a:pPr>
            <a:r>
              <a:rPr lang="en-US" altLang="ja-JP" sz="1600"/>
              <a:t>PREDICTION_LENGTH = 45</a:t>
            </a:r>
          </a:p>
          <a:p>
            <a:pPr marL="342900" indent="-342900">
              <a:buFont typeface="Arial" panose="020B0604020202020204" pitchFamily="34" charset="0"/>
              <a:buChar char="•"/>
            </a:pPr>
            <a:r>
              <a:rPr lang="en-US" altLang="ja-JP" sz="1600"/>
              <a:t>EPOC = 125</a:t>
            </a:r>
          </a:p>
        </p:txBody>
      </p:sp>
      <p:sp>
        <p:nvSpPr>
          <p:cNvPr id="4" name="TextBox 3">
            <a:extLst>
              <a:ext uri="{FF2B5EF4-FFF2-40B4-BE49-F238E27FC236}">
                <a16:creationId xmlns:a16="http://schemas.microsoft.com/office/drawing/2014/main" id="{CC274E19-6B41-EFF3-3FE3-5897DE51B827}"/>
              </a:ext>
            </a:extLst>
          </p:cNvPr>
          <p:cNvSpPr txBox="1"/>
          <p:nvPr/>
        </p:nvSpPr>
        <p:spPr>
          <a:xfrm>
            <a:off x="650875" y="3789571"/>
            <a:ext cx="3811058" cy="1061829"/>
          </a:xfrm>
          <a:prstGeom prst="rect">
            <a:avLst/>
          </a:prstGeom>
          <a:noFill/>
        </p:spPr>
        <p:txBody>
          <a:bodyPr wrap="square" rtlCol="0">
            <a:spAutoFit/>
          </a:bodyPr>
          <a:lstStyle/>
          <a:p>
            <a:pPr marL="285750" indent="-285750">
              <a:buFont typeface="Arial" panose="020B0604020202020204" pitchFamily="34" charset="0"/>
              <a:buChar char="•"/>
            </a:pPr>
            <a:r>
              <a:rPr lang="ja-JP" altLang="en-US" sz="1050"/>
              <a:t>書名は正規化後出現回数</a:t>
            </a:r>
            <a:r>
              <a:rPr lang="en-US" altLang="ja-JP" sz="1050"/>
              <a:t>&gt;=366</a:t>
            </a:r>
            <a:r>
              <a:rPr lang="ja-JP" altLang="en-US" sz="1050"/>
              <a:t>の</a:t>
            </a:r>
            <a:r>
              <a:rPr lang="en-US" altLang="ja-JP" sz="1050"/>
              <a:t>1289</a:t>
            </a:r>
            <a:r>
              <a:rPr lang="ja-JP" altLang="en-US" sz="1050"/>
              <a:t>種類に限定する</a:t>
            </a:r>
            <a:endParaRPr lang="en-US" altLang="ja-JP" sz="1050"/>
          </a:p>
          <a:p>
            <a:pPr marL="285750" indent="-285750">
              <a:buFont typeface="Arial" panose="020B0604020202020204" pitchFamily="34" charset="0"/>
              <a:buChar char="•"/>
            </a:pPr>
            <a:r>
              <a:rPr lang="en-JP" sz="1050"/>
              <a:t>混合識別は日付，書名の複合キーとする</a:t>
            </a:r>
          </a:p>
          <a:p>
            <a:pPr marL="285750" indent="-285750">
              <a:buFont typeface="Arial" panose="020B0604020202020204" pitchFamily="34" charset="0"/>
              <a:buChar char="•"/>
            </a:pPr>
            <a:r>
              <a:rPr lang="en-JP" sz="1050"/>
              <a:t>データが存在しない期間のPOS販売冊数は0で補完する</a:t>
            </a:r>
          </a:p>
          <a:p>
            <a:pPr marL="285750" indent="-285750">
              <a:buFont typeface="Arial" panose="020B0604020202020204" pitchFamily="34" charset="0"/>
              <a:buChar char="•"/>
            </a:pPr>
            <a:r>
              <a:rPr lang="en-JP" sz="1050"/>
              <a:t>著者名の欠損は「UNKNOWN」で補完する</a:t>
            </a:r>
          </a:p>
          <a:p>
            <a:pPr marL="285750" indent="-285750">
              <a:buFont typeface="Arial" panose="020B0604020202020204" pitchFamily="34" charset="0"/>
              <a:buChar char="•"/>
            </a:pPr>
            <a:r>
              <a:rPr lang="en-JP" sz="1050"/>
              <a:t>出版社，著者名，[x]分類は混合識別ごとの最頻値</a:t>
            </a:r>
          </a:p>
          <a:p>
            <a:pPr marL="285750" indent="-285750">
              <a:buFont typeface="Arial" panose="020B0604020202020204" pitchFamily="34" charset="0"/>
              <a:buChar char="•"/>
            </a:pPr>
            <a:r>
              <a:rPr lang="en-JP" sz="1050"/>
              <a:t>本体価格は混合識別子ごとの平均値とする</a:t>
            </a:r>
          </a:p>
        </p:txBody>
      </p:sp>
      <p:pic>
        <p:nvPicPr>
          <p:cNvPr id="6" name="Picture 5" descr="A graph with blue lines&#10;&#10;AI-generated content may be incorrect.">
            <a:extLst>
              <a:ext uri="{FF2B5EF4-FFF2-40B4-BE49-F238E27FC236}">
                <a16:creationId xmlns:a16="http://schemas.microsoft.com/office/drawing/2014/main" id="{9B83A261-1C36-74AB-46C3-29A4A57E972F}"/>
              </a:ext>
            </a:extLst>
          </p:cNvPr>
          <p:cNvPicPr>
            <a:picLocks noChangeAspect="1"/>
          </p:cNvPicPr>
          <p:nvPr/>
        </p:nvPicPr>
        <p:blipFill>
          <a:blip r:embed="rId3"/>
          <a:stretch>
            <a:fillRect/>
          </a:stretch>
        </p:blipFill>
        <p:spPr>
          <a:xfrm>
            <a:off x="4394200" y="2260224"/>
            <a:ext cx="4614333" cy="2280213"/>
          </a:xfrm>
          <a:prstGeom prst="rect">
            <a:avLst/>
          </a:prstGeom>
        </p:spPr>
      </p:pic>
      <p:sp>
        <p:nvSpPr>
          <p:cNvPr id="8" name="TextBox 7">
            <a:extLst>
              <a:ext uri="{FF2B5EF4-FFF2-40B4-BE49-F238E27FC236}">
                <a16:creationId xmlns:a16="http://schemas.microsoft.com/office/drawing/2014/main" id="{2B97B08D-C0BF-556C-539C-59CFD3C84E0C}"/>
              </a:ext>
            </a:extLst>
          </p:cNvPr>
          <p:cNvSpPr txBox="1"/>
          <p:nvPr/>
        </p:nvSpPr>
        <p:spPr>
          <a:xfrm>
            <a:off x="5411258" y="4597484"/>
            <a:ext cx="3081867" cy="253916"/>
          </a:xfrm>
          <a:prstGeom prst="rect">
            <a:avLst/>
          </a:prstGeom>
          <a:noFill/>
        </p:spPr>
        <p:txBody>
          <a:bodyPr wrap="square" rtlCol="0">
            <a:spAutoFit/>
          </a:bodyPr>
          <a:lstStyle/>
          <a:p>
            <a:r>
              <a:rPr lang="en-JP" sz="1050"/>
              <a:t>TFTベースモデルのエポックごとの誤差の推移</a:t>
            </a:r>
          </a:p>
        </p:txBody>
      </p:sp>
      <p:sp>
        <p:nvSpPr>
          <p:cNvPr id="5" name="スライド番号プレースホルダー 1">
            <a:extLst>
              <a:ext uri="{FF2B5EF4-FFF2-40B4-BE49-F238E27FC236}">
                <a16:creationId xmlns:a16="http://schemas.microsoft.com/office/drawing/2014/main" id="{70571723-62DD-E37F-4EC1-73E4BF4FA352}"/>
              </a:ext>
            </a:extLst>
          </p:cNvPr>
          <p:cNvSpPr txBox="1">
            <a:spLocks/>
          </p:cNvSpPr>
          <p:nvPr/>
        </p:nvSpPr>
        <p:spPr>
          <a:xfrm>
            <a:off x="8493125" y="4597484"/>
            <a:ext cx="489000" cy="502500"/>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fld id="{00000000-1234-1234-1234-123412341234}" type="slidenum">
              <a:rPr lang="en" smtClean="0"/>
              <a:pPr/>
              <a:t>5</a:t>
            </a:fld>
            <a:endParaRPr lang="ja-JP" altLang="en-US"/>
          </a:p>
        </p:txBody>
      </p:sp>
    </p:spTree>
    <p:extLst>
      <p:ext uri="{BB962C8B-B14F-4D97-AF65-F5344CB8AC3E}">
        <p14:creationId xmlns:p14="http://schemas.microsoft.com/office/powerpoint/2010/main" val="37424367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C063C6-09CC-5E58-936A-2CBECA60F108}"/>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475FCA67-49E6-C112-2431-60E399D496B7}"/>
              </a:ext>
            </a:extLst>
          </p:cNvPr>
          <p:cNvSpPr/>
          <p:nvPr/>
        </p:nvSpPr>
        <p:spPr>
          <a:xfrm>
            <a:off x="650875" y="292100"/>
            <a:ext cx="7334250" cy="84982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JP" sz="4000">
                <a:solidFill>
                  <a:schemeClr val="tx1"/>
                </a:solidFill>
              </a:rPr>
              <a:t>TFTベースモデルの予測結果</a:t>
            </a:r>
          </a:p>
        </p:txBody>
      </p:sp>
      <p:pic>
        <p:nvPicPr>
          <p:cNvPr id="9" name="Picture 8" descr="A graph with a rectangle and a line&#10;&#10;AI-generated content may be incorrect.">
            <a:extLst>
              <a:ext uri="{FF2B5EF4-FFF2-40B4-BE49-F238E27FC236}">
                <a16:creationId xmlns:a16="http://schemas.microsoft.com/office/drawing/2014/main" id="{FE67CEFD-34A0-64A1-69A9-6446B389B388}"/>
              </a:ext>
            </a:extLst>
          </p:cNvPr>
          <p:cNvPicPr>
            <a:picLocks noChangeAspect="1"/>
          </p:cNvPicPr>
          <p:nvPr/>
        </p:nvPicPr>
        <p:blipFill>
          <a:blip r:embed="rId3"/>
          <a:stretch>
            <a:fillRect/>
          </a:stretch>
        </p:blipFill>
        <p:spPr>
          <a:xfrm>
            <a:off x="3179234" y="1345925"/>
            <a:ext cx="2785533" cy="2089150"/>
          </a:xfrm>
          <a:prstGeom prst="rect">
            <a:avLst/>
          </a:prstGeom>
        </p:spPr>
      </p:pic>
      <p:pic>
        <p:nvPicPr>
          <p:cNvPr id="11" name="Picture 10" descr="A graph of a graph&#10;&#10;AI-generated content may be incorrect.">
            <a:extLst>
              <a:ext uri="{FF2B5EF4-FFF2-40B4-BE49-F238E27FC236}">
                <a16:creationId xmlns:a16="http://schemas.microsoft.com/office/drawing/2014/main" id="{7E69499E-36CA-BFC6-1171-D20E33A1158D}"/>
              </a:ext>
            </a:extLst>
          </p:cNvPr>
          <p:cNvPicPr>
            <a:picLocks noChangeAspect="1"/>
          </p:cNvPicPr>
          <p:nvPr/>
        </p:nvPicPr>
        <p:blipFill>
          <a:blip r:embed="rId4"/>
          <a:stretch>
            <a:fillRect/>
          </a:stretch>
        </p:blipFill>
        <p:spPr>
          <a:xfrm>
            <a:off x="215900" y="1309149"/>
            <a:ext cx="2785533" cy="1392767"/>
          </a:xfrm>
          <a:prstGeom prst="rect">
            <a:avLst/>
          </a:prstGeom>
        </p:spPr>
      </p:pic>
      <p:pic>
        <p:nvPicPr>
          <p:cNvPr id="13" name="Picture 12" descr="A graph showing sales and a number of books&#10;&#10;AI-generated content may be incorrect.">
            <a:extLst>
              <a:ext uri="{FF2B5EF4-FFF2-40B4-BE49-F238E27FC236}">
                <a16:creationId xmlns:a16="http://schemas.microsoft.com/office/drawing/2014/main" id="{1E519F2E-498C-D123-D798-83486FF237E3}"/>
              </a:ext>
            </a:extLst>
          </p:cNvPr>
          <p:cNvPicPr>
            <a:picLocks noChangeAspect="1"/>
          </p:cNvPicPr>
          <p:nvPr/>
        </p:nvPicPr>
        <p:blipFill>
          <a:blip r:embed="rId5"/>
          <a:stretch>
            <a:fillRect/>
          </a:stretch>
        </p:blipFill>
        <p:spPr>
          <a:xfrm>
            <a:off x="6142568" y="1309148"/>
            <a:ext cx="2785533" cy="1392767"/>
          </a:xfrm>
          <a:prstGeom prst="rect">
            <a:avLst/>
          </a:prstGeom>
        </p:spPr>
      </p:pic>
      <p:pic>
        <p:nvPicPr>
          <p:cNvPr id="15" name="Picture 14" descr="A graph showing a number of books&#10;&#10;AI-generated content may be incorrect.">
            <a:extLst>
              <a:ext uri="{FF2B5EF4-FFF2-40B4-BE49-F238E27FC236}">
                <a16:creationId xmlns:a16="http://schemas.microsoft.com/office/drawing/2014/main" id="{AE0687C2-4E66-8B3D-0DE7-7BC0116828F6}"/>
              </a:ext>
            </a:extLst>
          </p:cNvPr>
          <p:cNvPicPr>
            <a:picLocks noChangeAspect="1"/>
          </p:cNvPicPr>
          <p:nvPr/>
        </p:nvPicPr>
        <p:blipFill>
          <a:blip r:embed="rId6"/>
          <a:stretch>
            <a:fillRect/>
          </a:stretch>
        </p:blipFill>
        <p:spPr>
          <a:xfrm>
            <a:off x="3221563" y="3639077"/>
            <a:ext cx="2785534" cy="1392767"/>
          </a:xfrm>
          <a:prstGeom prst="rect">
            <a:avLst/>
          </a:prstGeom>
        </p:spPr>
      </p:pic>
      <p:pic>
        <p:nvPicPr>
          <p:cNvPr id="17" name="Picture 16" descr="A graph with numbers and lines&#10;&#10;AI-generated content may be incorrect.">
            <a:extLst>
              <a:ext uri="{FF2B5EF4-FFF2-40B4-BE49-F238E27FC236}">
                <a16:creationId xmlns:a16="http://schemas.microsoft.com/office/drawing/2014/main" id="{C0FE57CA-A49E-2457-7B57-5B0ECD9A8914}"/>
              </a:ext>
            </a:extLst>
          </p:cNvPr>
          <p:cNvPicPr>
            <a:picLocks noChangeAspect="1"/>
          </p:cNvPicPr>
          <p:nvPr/>
        </p:nvPicPr>
        <p:blipFill>
          <a:blip r:embed="rId7"/>
          <a:stretch>
            <a:fillRect/>
          </a:stretch>
        </p:blipFill>
        <p:spPr>
          <a:xfrm>
            <a:off x="6142568" y="3021540"/>
            <a:ext cx="2785534" cy="1392767"/>
          </a:xfrm>
          <a:prstGeom prst="rect">
            <a:avLst/>
          </a:prstGeom>
        </p:spPr>
      </p:pic>
      <p:pic>
        <p:nvPicPr>
          <p:cNvPr id="19" name="Picture 18" descr="A graph showing sales&#10;&#10;AI-generated content may be incorrect.">
            <a:extLst>
              <a:ext uri="{FF2B5EF4-FFF2-40B4-BE49-F238E27FC236}">
                <a16:creationId xmlns:a16="http://schemas.microsoft.com/office/drawing/2014/main" id="{9C706AD4-64C5-AE53-4365-0A600A009EDF}"/>
              </a:ext>
            </a:extLst>
          </p:cNvPr>
          <p:cNvPicPr>
            <a:picLocks noChangeAspect="1"/>
          </p:cNvPicPr>
          <p:nvPr/>
        </p:nvPicPr>
        <p:blipFill>
          <a:blip r:embed="rId8"/>
          <a:stretch>
            <a:fillRect/>
          </a:stretch>
        </p:blipFill>
        <p:spPr>
          <a:xfrm>
            <a:off x="232831" y="3021540"/>
            <a:ext cx="2785534" cy="1392767"/>
          </a:xfrm>
          <a:prstGeom prst="rect">
            <a:avLst/>
          </a:prstGeom>
        </p:spPr>
      </p:pic>
      <p:cxnSp>
        <p:nvCxnSpPr>
          <p:cNvPr id="23" name="Elbow Connector 22">
            <a:extLst>
              <a:ext uri="{FF2B5EF4-FFF2-40B4-BE49-F238E27FC236}">
                <a16:creationId xmlns:a16="http://schemas.microsoft.com/office/drawing/2014/main" id="{272D12CF-EB87-06A7-9C86-24777C328785}"/>
              </a:ext>
            </a:extLst>
          </p:cNvPr>
          <p:cNvCxnSpPr>
            <a:stCxn id="11" idx="3"/>
            <a:endCxn id="9" idx="0"/>
          </p:cNvCxnSpPr>
          <p:nvPr/>
        </p:nvCxnSpPr>
        <p:spPr>
          <a:xfrm flipV="1">
            <a:off x="3001433" y="1345925"/>
            <a:ext cx="1570568" cy="659608"/>
          </a:xfrm>
          <a:prstGeom prst="bentConnector4">
            <a:avLst>
              <a:gd name="adj1" fmla="val 5660"/>
              <a:gd name="adj2" fmla="val 100441"/>
            </a:avLst>
          </a:prstGeom>
          <a:ln w="12700"/>
        </p:spPr>
        <p:style>
          <a:lnRef idx="1">
            <a:schemeClr val="dk1"/>
          </a:lnRef>
          <a:fillRef idx="0">
            <a:schemeClr val="dk1"/>
          </a:fillRef>
          <a:effectRef idx="0">
            <a:schemeClr val="dk1"/>
          </a:effectRef>
          <a:fontRef idx="minor">
            <a:schemeClr val="tx1"/>
          </a:fontRef>
        </p:style>
      </p:cxnSp>
      <p:cxnSp>
        <p:nvCxnSpPr>
          <p:cNvPr id="26" name="Elbow Connector 25">
            <a:extLst>
              <a:ext uri="{FF2B5EF4-FFF2-40B4-BE49-F238E27FC236}">
                <a16:creationId xmlns:a16="http://schemas.microsoft.com/office/drawing/2014/main" id="{9FDEAC31-8EF5-4083-D319-7CD8BD64A633}"/>
              </a:ext>
            </a:extLst>
          </p:cNvPr>
          <p:cNvCxnSpPr>
            <a:cxnSpLocks/>
          </p:cNvCxnSpPr>
          <p:nvPr/>
        </p:nvCxnSpPr>
        <p:spPr>
          <a:xfrm flipV="1">
            <a:off x="4597401" y="2005532"/>
            <a:ext cx="1570568" cy="519381"/>
          </a:xfrm>
          <a:prstGeom prst="bentConnector3">
            <a:avLst>
              <a:gd name="adj1" fmla="val 50000"/>
            </a:avLst>
          </a:prstGeom>
          <a:ln w="12700"/>
        </p:spPr>
        <p:style>
          <a:lnRef idx="1">
            <a:schemeClr val="dk1"/>
          </a:lnRef>
          <a:fillRef idx="0">
            <a:schemeClr val="dk1"/>
          </a:fillRef>
          <a:effectRef idx="0">
            <a:schemeClr val="dk1"/>
          </a:effectRef>
          <a:fontRef idx="minor">
            <a:schemeClr val="tx1"/>
          </a:fontRef>
        </p:style>
      </p:cxnSp>
      <p:cxnSp>
        <p:nvCxnSpPr>
          <p:cNvPr id="34" name="Elbow Connector 33">
            <a:extLst>
              <a:ext uri="{FF2B5EF4-FFF2-40B4-BE49-F238E27FC236}">
                <a16:creationId xmlns:a16="http://schemas.microsoft.com/office/drawing/2014/main" id="{650035EF-FAF2-2953-135E-FE72B04B1BDE}"/>
              </a:ext>
            </a:extLst>
          </p:cNvPr>
          <p:cNvCxnSpPr>
            <a:cxnSpLocks/>
            <a:stCxn id="19" idx="3"/>
          </p:cNvCxnSpPr>
          <p:nvPr/>
        </p:nvCxnSpPr>
        <p:spPr>
          <a:xfrm flipV="1">
            <a:off x="3018365" y="2937933"/>
            <a:ext cx="1621368" cy="779991"/>
          </a:xfrm>
          <a:prstGeom prst="bentConnector3">
            <a:avLst>
              <a:gd name="adj1" fmla="val 17624"/>
            </a:avLst>
          </a:prstGeom>
          <a:ln w="12700"/>
        </p:spPr>
        <p:style>
          <a:lnRef idx="1">
            <a:schemeClr val="dk1"/>
          </a:lnRef>
          <a:fillRef idx="0">
            <a:schemeClr val="dk1"/>
          </a:fillRef>
          <a:effectRef idx="0">
            <a:schemeClr val="dk1"/>
          </a:effectRef>
          <a:fontRef idx="minor">
            <a:schemeClr val="tx1"/>
          </a:fontRef>
        </p:style>
      </p:cxnSp>
      <p:cxnSp>
        <p:nvCxnSpPr>
          <p:cNvPr id="40" name="Elbow Connector 39">
            <a:extLst>
              <a:ext uri="{FF2B5EF4-FFF2-40B4-BE49-F238E27FC236}">
                <a16:creationId xmlns:a16="http://schemas.microsoft.com/office/drawing/2014/main" id="{2AFF7E02-8DFA-080A-E9F1-F358F685A215}"/>
              </a:ext>
            </a:extLst>
          </p:cNvPr>
          <p:cNvCxnSpPr>
            <a:cxnSpLocks/>
            <a:endCxn id="17" idx="1"/>
          </p:cNvCxnSpPr>
          <p:nvPr/>
        </p:nvCxnSpPr>
        <p:spPr>
          <a:xfrm>
            <a:off x="4588932" y="3050106"/>
            <a:ext cx="1553636" cy="667818"/>
          </a:xfrm>
          <a:prstGeom prst="bentConnector3">
            <a:avLst>
              <a:gd name="adj1" fmla="val 50000"/>
            </a:avLst>
          </a:prstGeom>
          <a:ln w="12700"/>
        </p:spPr>
        <p:style>
          <a:lnRef idx="1">
            <a:schemeClr val="dk1"/>
          </a:lnRef>
          <a:fillRef idx="0">
            <a:schemeClr val="dk1"/>
          </a:fillRef>
          <a:effectRef idx="0">
            <a:schemeClr val="dk1"/>
          </a:effectRef>
          <a:fontRef idx="minor">
            <a:schemeClr val="tx1"/>
          </a:fontRef>
        </p:style>
      </p:cxnSp>
      <p:cxnSp>
        <p:nvCxnSpPr>
          <p:cNvPr id="43" name="Elbow Connector 42">
            <a:extLst>
              <a:ext uri="{FF2B5EF4-FFF2-40B4-BE49-F238E27FC236}">
                <a16:creationId xmlns:a16="http://schemas.microsoft.com/office/drawing/2014/main" id="{AB5A4169-294C-0A41-1D45-5FC551AB9E20}"/>
              </a:ext>
            </a:extLst>
          </p:cNvPr>
          <p:cNvCxnSpPr>
            <a:cxnSpLocks/>
            <a:endCxn id="15" idx="0"/>
          </p:cNvCxnSpPr>
          <p:nvPr/>
        </p:nvCxnSpPr>
        <p:spPr>
          <a:xfrm rot="5400000">
            <a:off x="4319846" y="3344591"/>
            <a:ext cx="588971" cy="1"/>
          </a:xfrm>
          <a:prstGeom prst="bentConnector3">
            <a:avLst>
              <a:gd name="adj1" fmla="val 50000"/>
            </a:avLst>
          </a:prstGeom>
          <a:ln w="12700"/>
        </p:spPr>
        <p:style>
          <a:lnRef idx="1">
            <a:schemeClr val="dk1"/>
          </a:lnRef>
          <a:fillRef idx="0">
            <a:schemeClr val="dk1"/>
          </a:fillRef>
          <a:effectRef idx="0">
            <a:schemeClr val="dk1"/>
          </a:effectRef>
          <a:fontRef idx="minor">
            <a:schemeClr val="tx1"/>
          </a:fontRef>
        </p:style>
      </p:cxnSp>
      <p:sp>
        <p:nvSpPr>
          <p:cNvPr id="47" name="Oval 46">
            <a:extLst>
              <a:ext uri="{FF2B5EF4-FFF2-40B4-BE49-F238E27FC236}">
                <a16:creationId xmlns:a16="http://schemas.microsoft.com/office/drawing/2014/main" id="{323A2E4F-9B18-F904-AD25-77B46E39652A}"/>
              </a:ext>
            </a:extLst>
          </p:cNvPr>
          <p:cNvSpPr/>
          <p:nvPr/>
        </p:nvSpPr>
        <p:spPr>
          <a:xfrm>
            <a:off x="4563532" y="1321658"/>
            <a:ext cx="45719" cy="45719"/>
          </a:xfrm>
          <a:prstGeom prst="ellipse">
            <a:avLst/>
          </a:prstGeom>
          <a:solidFill>
            <a:srgbClr val="0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JP"/>
          </a:p>
        </p:txBody>
      </p:sp>
      <p:sp>
        <p:nvSpPr>
          <p:cNvPr id="48" name="Oval 47">
            <a:extLst>
              <a:ext uri="{FF2B5EF4-FFF2-40B4-BE49-F238E27FC236}">
                <a16:creationId xmlns:a16="http://schemas.microsoft.com/office/drawing/2014/main" id="{F0AEA7D1-94BB-DCA3-E018-24DB999A34CB}"/>
              </a:ext>
            </a:extLst>
          </p:cNvPr>
          <p:cNvSpPr/>
          <p:nvPr/>
        </p:nvSpPr>
        <p:spPr>
          <a:xfrm>
            <a:off x="4591470" y="2503461"/>
            <a:ext cx="45719" cy="45719"/>
          </a:xfrm>
          <a:prstGeom prst="ellipse">
            <a:avLst/>
          </a:prstGeom>
          <a:solidFill>
            <a:srgbClr val="0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JP"/>
          </a:p>
        </p:txBody>
      </p:sp>
      <p:sp>
        <p:nvSpPr>
          <p:cNvPr id="49" name="Oval 48">
            <a:extLst>
              <a:ext uri="{FF2B5EF4-FFF2-40B4-BE49-F238E27FC236}">
                <a16:creationId xmlns:a16="http://schemas.microsoft.com/office/drawing/2014/main" id="{248718AB-3951-EF90-E3BB-2BE4F534FDE3}"/>
              </a:ext>
            </a:extLst>
          </p:cNvPr>
          <p:cNvSpPr/>
          <p:nvPr/>
        </p:nvSpPr>
        <p:spPr>
          <a:xfrm>
            <a:off x="4606709" y="2922227"/>
            <a:ext cx="45719" cy="45719"/>
          </a:xfrm>
          <a:prstGeom prst="ellipse">
            <a:avLst/>
          </a:prstGeom>
          <a:solidFill>
            <a:srgbClr val="0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JP"/>
          </a:p>
        </p:txBody>
      </p:sp>
      <p:sp>
        <p:nvSpPr>
          <p:cNvPr id="50" name="Oval 49">
            <a:extLst>
              <a:ext uri="{FF2B5EF4-FFF2-40B4-BE49-F238E27FC236}">
                <a16:creationId xmlns:a16="http://schemas.microsoft.com/office/drawing/2014/main" id="{5D734C56-BC72-4E3E-9DA6-17AEA3B5560C}"/>
              </a:ext>
            </a:extLst>
          </p:cNvPr>
          <p:cNvSpPr/>
          <p:nvPr/>
        </p:nvSpPr>
        <p:spPr>
          <a:xfrm>
            <a:off x="4606706" y="3023826"/>
            <a:ext cx="45719" cy="45719"/>
          </a:xfrm>
          <a:prstGeom prst="ellipse">
            <a:avLst/>
          </a:prstGeom>
          <a:solidFill>
            <a:srgbClr val="0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JP"/>
          </a:p>
        </p:txBody>
      </p:sp>
      <p:sp>
        <p:nvSpPr>
          <p:cNvPr id="51" name="Oval 50">
            <a:extLst>
              <a:ext uri="{FF2B5EF4-FFF2-40B4-BE49-F238E27FC236}">
                <a16:creationId xmlns:a16="http://schemas.microsoft.com/office/drawing/2014/main" id="{63A46E7E-674C-E438-CFC9-102F2C9B2CC9}"/>
              </a:ext>
            </a:extLst>
          </p:cNvPr>
          <p:cNvSpPr/>
          <p:nvPr/>
        </p:nvSpPr>
        <p:spPr>
          <a:xfrm>
            <a:off x="4606705" y="3023826"/>
            <a:ext cx="45719" cy="45719"/>
          </a:xfrm>
          <a:prstGeom prst="ellipse">
            <a:avLst/>
          </a:prstGeom>
          <a:solidFill>
            <a:srgbClr val="0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JP"/>
          </a:p>
        </p:txBody>
      </p:sp>
      <p:sp>
        <p:nvSpPr>
          <p:cNvPr id="2" name="スライド番号プレースホルダー 1">
            <a:extLst>
              <a:ext uri="{FF2B5EF4-FFF2-40B4-BE49-F238E27FC236}">
                <a16:creationId xmlns:a16="http://schemas.microsoft.com/office/drawing/2014/main" id="{12629729-B21B-FFD8-3321-2058BC302B61}"/>
              </a:ext>
            </a:extLst>
          </p:cNvPr>
          <p:cNvSpPr txBox="1">
            <a:spLocks/>
          </p:cNvSpPr>
          <p:nvPr/>
        </p:nvSpPr>
        <p:spPr>
          <a:xfrm>
            <a:off x="8439101" y="4529344"/>
            <a:ext cx="489000" cy="502500"/>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fld id="{00000000-1234-1234-1234-123412341234}" type="slidenum">
              <a:rPr lang="en" smtClean="0"/>
              <a:pPr/>
              <a:t>6</a:t>
            </a:fld>
            <a:endParaRPr lang="ja-JP" altLang="en-US"/>
          </a:p>
        </p:txBody>
      </p:sp>
    </p:spTree>
    <p:extLst>
      <p:ext uri="{BB962C8B-B14F-4D97-AF65-F5344CB8AC3E}">
        <p14:creationId xmlns:p14="http://schemas.microsoft.com/office/powerpoint/2010/main" val="3722759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6AF5E4-BCCE-7727-9BB4-C59099AACEAD}"/>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EDF2B34E-009F-FA80-C7B6-12783AB73F9E}"/>
              </a:ext>
            </a:extLst>
          </p:cNvPr>
          <p:cNvSpPr/>
          <p:nvPr/>
        </p:nvSpPr>
        <p:spPr>
          <a:xfrm>
            <a:off x="650875" y="292100"/>
            <a:ext cx="7334250" cy="84982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JP" sz="4000">
                <a:solidFill>
                  <a:schemeClr val="tx1"/>
                </a:solidFill>
              </a:rPr>
              <a:t>最適な確率分布の選定</a:t>
            </a:r>
          </a:p>
        </p:txBody>
      </p:sp>
      <p:sp>
        <p:nvSpPr>
          <p:cNvPr id="2" name="TextBox 1">
            <a:extLst>
              <a:ext uri="{FF2B5EF4-FFF2-40B4-BE49-F238E27FC236}">
                <a16:creationId xmlns:a16="http://schemas.microsoft.com/office/drawing/2014/main" id="{C00F2E36-E4BF-45EE-7D75-D80D8927D1CA}"/>
              </a:ext>
            </a:extLst>
          </p:cNvPr>
          <p:cNvSpPr txBox="1"/>
          <p:nvPr/>
        </p:nvSpPr>
        <p:spPr>
          <a:xfrm>
            <a:off x="455275" y="1308187"/>
            <a:ext cx="4472987" cy="646331"/>
          </a:xfrm>
          <a:prstGeom prst="rect">
            <a:avLst/>
          </a:prstGeom>
          <a:noFill/>
          <a:ln w="12700">
            <a:solidFill>
              <a:schemeClr val="tx1"/>
            </a:solidFill>
          </a:ln>
        </p:spPr>
        <p:txBody>
          <a:bodyPr wrap="square" rtlCol="0">
            <a:spAutoFit/>
          </a:bodyPr>
          <a:lstStyle/>
          <a:p>
            <a:r>
              <a:rPr lang="ja-JP" altLang="en-US" sz="2000"/>
              <a:t>目標</a:t>
            </a:r>
            <a:endParaRPr lang="en-US" altLang="ja-JP" sz="2000"/>
          </a:p>
          <a:p>
            <a:r>
              <a:rPr lang="ja-JP" altLang="en-US" sz="1600"/>
              <a:t>書名ごとの</a:t>
            </a:r>
            <a:r>
              <a:rPr lang="en-US" altLang="ja-JP" sz="1600"/>
              <a:t>POS</a:t>
            </a:r>
            <a:r>
              <a:rPr lang="ja-JP" altLang="en-US" sz="1600"/>
              <a:t>販売冊数の分布を近似したい</a:t>
            </a:r>
            <a:endParaRPr lang="en-US" altLang="ja-JP" sz="1600"/>
          </a:p>
        </p:txBody>
      </p:sp>
      <p:sp>
        <p:nvSpPr>
          <p:cNvPr id="19" name="TextBox 18">
            <a:extLst>
              <a:ext uri="{FF2B5EF4-FFF2-40B4-BE49-F238E27FC236}">
                <a16:creationId xmlns:a16="http://schemas.microsoft.com/office/drawing/2014/main" id="{46B5E0E1-E9E5-EE85-E753-07D773EDD1AB}"/>
              </a:ext>
            </a:extLst>
          </p:cNvPr>
          <p:cNvSpPr txBox="1"/>
          <p:nvPr/>
        </p:nvSpPr>
        <p:spPr>
          <a:xfrm>
            <a:off x="455275" y="2039722"/>
            <a:ext cx="3069784" cy="1323439"/>
          </a:xfrm>
          <a:prstGeom prst="rect">
            <a:avLst/>
          </a:prstGeom>
          <a:noFill/>
          <a:ln w="12700">
            <a:solidFill>
              <a:schemeClr val="tx1"/>
            </a:solidFill>
          </a:ln>
        </p:spPr>
        <p:txBody>
          <a:bodyPr wrap="square" rtlCol="0">
            <a:spAutoFit/>
          </a:bodyPr>
          <a:lstStyle/>
          <a:p>
            <a:r>
              <a:rPr lang="ja-JP" altLang="en-US" sz="1600" b="1"/>
              <a:t>スケール方法</a:t>
            </a:r>
            <a:endParaRPr lang="en-US" altLang="ja-JP" sz="1600" b="1"/>
          </a:p>
          <a:p>
            <a:pPr marL="285750" indent="-285750">
              <a:buFont typeface="Arial" panose="020B0604020202020204" pitchFamily="34" charset="0"/>
              <a:buChar char="•"/>
            </a:pPr>
            <a:r>
              <a:rPr lang="en-US" altLang="ja-JP" sz="1600"/>
              <a:t>original(</a:t>
            </a:r>
            <a:r>
              <a:rPr lang="ja-JP" altLang="en-US" sz="1600"/>
              <a:t>生データのまま</a:t>
            </a:r>
            <a:r>
              <a:rPr lang="en-US" altLang="ja-JP" sz="1600"/>
              <a:t>)</a:t>
            </a:r>
          </a:p>
          <a:p>
            <a:pPr marL="285750" indent="-285750">
              <a:buFont typeface="Arial" panose="020B0604020202020204" pitchFamily="34" charset="0"/>
              <a:buChar char="•"/>
            </a:pPr>
            <a:r>
              <a:rPr lang="ja-JP" altLang="en-US" sz="1600"/>
              <a:t>冪乗変換</a:t>
            </a:r>
            <a:endParaRPr lang="en-US" altLang="ja-JP" sz="1600"/>
          </a:p>
          <a:p>
            <a:pPr marL="285750" indent="-285750">
              <a:buFont typeface="Arial" panose="020B0604020202020204" pitchFamily="34" charset="0"/>
              <a:buChar char="•"/>
            </a:pPr>
            <a:r>
              <a:rPr lang="ja-JP" altLang="en-US" sz="1600"/>
              <a:t>対数変換</a:t>
            </a:r>
            <a:r>
              <a:rPr lang="en-US" altLang="ja-JP" sz="1600"/>
              <a:t>(+e)</a:t>
            </a:r>
          </a:p>
          <a:p>
            <a:pPr marL="285750" indent="-285750">
              <a:buFont typeface="Arial" panose="020B0604020202020204" pitchFamily="34" charset="0"/>
              <a:buChar char="•"/>
            </a:pPr>
            <a:r>
              <a:rPr lang="ja-JP" altLang="en-US" sz="1600"/>
              <a:t>シフト</a:t>
            </a:r>
            <a:r>
              <a:rPr lang="en-US" altLang="ja-JP" sz="1600"/>
              <a:t>(+e)</a:t>
            </a:r>
          </a:p>
        </p:txBody>
      </p:sp>
      <p:pic>
        <p:nvPicPr>
          <p:cNvPr id="25" name="Picture 24">
            <a:extLst>
              <a:ext uri="{FF2B5EF4-FFF2-40B4-BE49-F238E27FC236}">
                <a16:creationId xmlns:a16="http://schemas.microsoft.com/office/drawing/2014/main" id="{E16752D2-09FC-DF56-F416-8EAE1ED11BB3}"/>
              </a:ext>
            </a:extLst>
          </p:cNvPr>
          <p:cNvPicPr>
            <a:picLocks noChangeAspect="1"/>
          </p:cNvPicPr>
          <p:nvPr/>
        </p:nvPicPr>
        <p:blipFill>
          <a:blip r:embed="rId3"/>
          <a:srcRect l="65278"/>
          <a:stretch>
            <a:fillRect/>
          </a:stretch>
        </p:blipFill>
        <p:spPr>
          <a:xfrm>
            <a:off x="7467440" y="3523465"/>
            <a:ext cx="1514760" cy="1440000"/>
          </a:xfrm>
          <a:prstGeom prst="rect">
            <a:avLst/>
          </a:prstGeom>
        </p:spPr>
      </p:pic>
      <p:pic>
        <p:nvPicPr>
          <p:cNvPr id="26" name="Picture 25">
            <a:extLst>
              <a:ext uri="{FF2B5EF4-FFF2-40B4-BE49-F238E27FC236}">
                <a16:creationId xmlns:a16="http://schemas.microsoft.com/office/drawing/2014/main" id="{FE53856C-5689-4B65-016B-5D99578F5225}"/>
              </a:ext>
            </a:extLst>
          </p:cNvPr>
          <p:cNvPicPr>
            <a:picLocks noChangeAspect="1"/>
          </p:cNvPicPr>
          <p:nvPr/>
        </p:nvPicPr>
        <p:blipFill>
          <a:blip r:embed="rId3"/>
          <a:srcRect r="67253"/>
          <a:stretch>
            <a:fillRect/>
          </a:stretch>
        </p:blipFill>
        <p:spPr>
          <a:xfrm>
            <a:off x="5913633" y="2304441"/>
            <a:ext cx="1428640" cy="1440000"/>
          </a:xfrm>
          <a:prstGeom prst="rect">
            <a:avLst/>
          </a:prstGeom>
        </p:spPr>
      </p:pic>
      <p:pic>
        <p:nvPicPr>
          <p:cNvPr id="27" name="Picture 26">
            <a:extLst>
              <a:ext uri="{FF2B5EF4-FFF2-40B4-BE49-F238E27FC236}">
                <a16:creationId xmlns:a16="http://schemas.microsoft.com/office/drawing/2014/main" id="{A41E53D9-CDA7-BF53-9EC3-A75D83C59EB9}"/>
              </a:ext>
            </a:extLst>
          </p:cNvPr>
          <p:cNvPicPr>
            <a:picLocks noChangeAspect="1"/>
          </p:cNvPicPr>
          <p:nvPr/>
        </p:nvPicPr>
        <p:blipFill>
          <a:blip r:embed="rId3"/>
          <a:srcRect l="32475" r="34778"/>
          <a:stretch>
            <a:fillRect/>
          </a:stretch>
        </p:blipFill>
        <p:spPr>
          <a:xfrm>
            <a:off x="7553560" y="1214783"/>
            <a:ext cx="1428640" cy="1440000"/>
          </a:xfrm>
          <a:prstGeom prst="rect">
            <a:avLst/>
          </a:prstGeom>
        </p:spPr>
      </p:pic>
      <p:sp>
        <p:nvSpPr>
          <p:cNvPr id="28" name="TextBox 27">
            <a:extLst>
              <a:ext uri="{FF2B5EF4-FFF2-40B4-BE49-F238E27FC236}">
                <a16:creationId xmlns:a16="http://schemas.microsoft.com/office/drawing/2014/main" id="{79BA2C49-A713-24D4-76B3-8A8E326B05EC}"/>
              </a:ext>
            </a:extLst>
          </p:cNvPr>
          <p:cNvSpPr txBox="1"/>
          <p:nvPr/>
        </p:nvSpPr>
        <p:spPr>
          <a:xfrm>
            <a:off x="455275" y="3458635"/>
            <a:ext cx="3069784" cy="1569660"/>
          </a:xfrm>
          <a:prstGeom prst="rect">
            <a:avLst/>
          </a:prstGeom>
          <a:noFill/>
          <a:ln w="12700">
            <a:solidFill>
              <a:schemeClr val="tx1"/>
            </a:solidFill>
          </a:ln>
        </p:spPr>
        <p:txBody>
          <a:bodyPr wrap="square" rtlCol="0">
            <a:spAutoFit/>
          </a:bodyPr>
          <a:lstStyle/>
          <a:p>
            <a:r>
              <a:rPr lang="ja-JP" altLang="en-US" sz="1600" b="1"/>
              <a:t>確率分布</a:t>
            </a:r>
            <a:endParaRPr lang="en-US" altLang="ja-JP" sz="1600" b="1"/>
          </a:p>
          <a:p>
            <a:pPr marL="285750" indent="-285750">
              <a:buFont typeface="Arial" panose="020B0604020202020204" pitchFamily="34" charset="0"/>
              <a:buChar char="•"/>
            </a:pPr>
            <a:r>
              <a:rPr lang="ja-JP" altLang="en-US" sz="1600"/>
              <a:t>正規分布</a:t>
            </a:r>
            <a:endParaRPr lang="en-US" altLang="ja-JP" sz="1600"/>
          </a:p>
          <a:p>
            <a:pPr marL="285750" indent="-285750">
              <a:buFont typeface="Arial" panose="020B0604020202020204" pitchFamily="34" charset="0"/>
              <a:buChar char="•"/>
            </a:pPr>
            <a:r>
              <a:rPr lang="ja-JP" altLang="en-US" sz="1600"/>
              <a:t>ガンマ分布</a:t>
            </a:r>
            <a:endParaRPr lang="en-US" altLang="ja-JP" sz="1600"/>
          </a:p>
          <a:p>
            <a:pPr marL="285750" indent="-285750">
              <a:buFont typeface="Arial" panose="020B0604020202020204" pitchFamily="34" charset="0"/>
              <a:buChar char="•"/>
            </a:pPr>
            <a:r>
              <a:rPr lang="en-US" altLang="ja-JP" sz="1600"/>
              <a:t>Tweedie</a:t>
            </a:r>
            <a:r>
              <a:rPr lang="ja-JP" altLang="en-US" sz="1600"/>
              <a:t>分布</a:t>
            </a:r>
            <a:endParaRPr lang="en-US" altLang="ja-JP" sz="1600"/>
          </a:p>
          <a:p>
            <a:pPr marL="285750" indent="-285750">
              <a:buFont typeface="Arial" panose="020B0604020202020204" pitchFamily="34" charset="0"/>
              <a:buChar char="•"/>
            </a:pPr>
            <a:r>
              <a:rPr lang="ja-JP" altLang="en-US" sz="1600"/>
              <a:t>パレート分布</a:t>
            </a:r>
            <a:endParaRPr lang="en-US" altLang="ja-JP" sz="1600"/>
          </a:p>
          <a:p>
            <a:pPr marL="285750" indent="-285750">
              <a:buFont typeface="Arial" panose="020B0604020202020204" pitchFamily="34" charset="0"/>
              <a:buChar char="•"/>
            </a:pPr>
            <a:r>
              <a:rPr lang="ja-JP" altLang="en-JP" sz="1600"/>
              <a:t>ゼロ過剰負の</a:t>
            </a:r>
            <a:r>
              <a:rPr lang="en-JP" altLang="ja-JP" sz="1600"/>
              <a:t>2</a:t>
            </a:r>
            <a:r>
              <a:rPr lang="ja-JP" altLang="en-JP" sz="1600"/>
              <a:t>項分布</a:t>
            </a:r>
            <a:r>
              <a:rPr lang="en-US" altLang="ja-JP" sz="1600"/>
              <a:t>(ZINB)</a:t>
            </a:r>
          </a:p>
        </p:txBody>
      </p:sp>
      <p:sp>
        <p:nvSpPr>
          <p:cNvPr id="29" name="Right Arrow 28">
            <a:extLst>
              <a:ext uri="{FF2B5EF4-FFF2-40B4-BE49-F238E27FC236}">
                <a16:creationId xmlns:a16="http://schemas.microsoft.com/office/drawing/2014/main" id="{66B5E537-49D4-DBF6-56E4-56CAB5E1E932}"/>
              </a:ext>
            </a:extLst>
          </p:cNvPr>
          <p:cNvSpPr/>
          <p:nvPr/>
        </p:nvSpPr>
        <p:spPr>
          <a:xfrm rot="8530063">
            <a:off x="6556849" y="1710708"/>
            <a:ext cx="766916" cy="323166"/>
          </a:xfrm>
          <a:prstGeom prst="rightArrow">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JP"/>
          </a:p>
        </p:txBody>
      </p:sp>
      <p:sp>
        <p:nvSpPr>
          <p:cNvPr id="30" name="Right Arrow 29">
            <a:extLst>
              <a:ext uri="{FF2B5EF4-FFF2-40B4-BE49-F238E27FC236}">
                <a16:creationId xmlns:a16="http://schemas.microsoft.com/office/drawing/2014/main" id="{3E7949B6-86F3-85CB-FB9D-2227FACB6169}"/>
              </a:ext>
            </a:extLst>
          </p:cNvPr>
          <p:cNvSpPr/>
          <p:nvPr/>
        </p:nvSpPr>
        <p:spPr>
          <a:xfrm rot="2474388">
            <a:off x="6549743" y="4081882"/>
            <a:ext cx="766916" cy="323166"/>
          </a:xfrm>
          <a:prstGeom prst="rightArrow">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JP"/>
          </a:p>
        </p:txBody>
      </p:sp>
      <p:sp>
        <p:nvSpPr>
          <p:cNvPr id="33" name="TextBox 32">
            <a:extLst>
              <a:ext uri="{FF2B5EF4-FFF2-40B4-BE49-F238E27FC236}">
                <a16:creationId xmlns:a16="http://schemas.microsoft.com/office/drawing/2014/main" id="{3F99CB0E-4A91-D346-0967-6C16FFDC4F63}"/>
              </a:ext>
            </a:extLst>
          </p:cNvPr>
          <p:cNvSpPr txBox="1"/>
          <p:nvPr/>
        </p:nvSpPr>
        <p:spPr>
          <a:xfrm>
            <a:off x="3974635" y="2766781"/>
            <a:ext cx="1564674" cy="584775"/>
          </a:xfrm>
          <a:prstGeom prst="rect">
            <a:avLst/>
          </a:prstGeom>
          <a:noFill/>
          <a:ln w="12700">
            <a:solidFill>
              <a:schemeClr val="tx1"/>
            </a:solidFill>
          </a:ln>
        </p:spPr>
        <p:txBody>
          <a:bodyPr wrap="square" rtlCol="0">
            <a:spAutoFit/>
          </a:bodyPr>
          <a:lstStyle/>
          <a:p>
            <a:r>
              <a:rPr lang="ja-JP" altLang="en-US" sz="1600" b="1"/>
              <a:t>評価指標</a:t>
            </a:r>
            <a:endParaRPr lang="en-US" altLang="ja-JP" sz="1600" b="1"/>
          </a:p>
          <a:p>
            <a:pPr marL="285750" indent="-285750">
              <a:buFont typeface="Arial" panose="020B0604020202020204" pitchFamily="34" charset="0"/>
              <a:buChar char="•"/>
            </a:pPr>
            <a:r>
              <a:rPr lang="en-US" altLang="ja-JP" sz="1600"/>
              <a:t>AIC/BIC</a:t>
            </a:r>
          </a:p>
        </p:txBody>
      </p:sp>
      <p:sp>
        <p:nvSpPr>
          <p:cNvPr id="4" name="TextBox 3">
            <a:extLst>
              <a:ext uri="{FF2B5EF4-FFF2-40B4-BE49-F238E27FC236}">
                <a16:creationId xmlns:a16="http://schemas.microsoft.com/office/drawing/2014/main" id="{4C8C8C71-D86A-F915-2C4F-A003247F31B6}"/>
              </a:ext>
            </a:extLst>
          </p:cNvPr>
          <p:cNvSpPr txBox="1"/>
          <p:nvPr/>
        </p:nvSpPr>
        <p:spPr>
          <a:xfrm>
            <a:off x="3577236" y="3728772"/>
            <a:ext cx="2875997" cy="1384995"/>
          </a:xfrm>
          <a:prstGeom prst="rect">
            <a:avLst/>
          </a:prstGeom>
          <a:noFill/>
        </p:spPr>
        <p:txBody>
          <a:bodyPr wrap="square" rtlCol="0">
            <a:spAutoFit/>
          </a:bodyPr>
          <a:lstStyle/>
          <a:p>
            <a:pPr marL="171450" indent="-171450">
              <a:buFont typeface="Arial" panose="020B0604020202020204" pitchFamily="34" charset="0"/>
              <a:buChar char="•"/>
            </a:pPr>
            <a:r>
              <a:rPr lang="en-JP" sz="1050"/>
              <a:t>ガンマ分布とパレート分布は確率変数=0が未定義</a:t>
            </a:r>
          </a:p>
          <a:p>
            <a:pPr marL="171450" indent="-171450">
              <a:buFont typeface="Arial" panose="020B0604020202020204" pitchFamily="34" charset="0"/>
              <a:buChar char="•"/>
            </a:pPr>
            <a:r>
              <a:rPr lang="en-US" sz="1050" err="1"/>
              <a:t>n根号はn</a:t>
            </a:r>
            <a:r>
              <a:rPr lang="en-US" sz="1050"/>
              <a:t>=1.5</a:t>
            </a:r>
            <a:endParaRPr lang="en-JP" sz="1050"/>
          </a:p>
          <a:p>
            <a:pPr marL="171450" indent="-171450">
              <a:buFont typeface="Arial" panose="020B0604020202020204" pitchFamily="34" charset="0"/>
              <a:buChar char="•"/>
            </a:pPr>
            <a:r>
              <a:rPr lang="en-JP" sz="1050"/>
              <a:t>対数変換は底e</a:t>
            </a:r>
          </a:p>
          <a:p>
            <a:pPr marL="171450" indent="-171450">
              <a:buFont typeface="Arial" panose="020B0604020202020204" pitchFamily="34" charset="0"/>
              <a:buChar char="•"/>
            </a:pPr>
            <a:r>
              <a:rPr lang="en-JP" sz="1050"/>
              <a:t>対数変換はe分正にシフト(対数は真数=0を未定義なため)</a:t>
            </a:r>
          </a:p>
          <a:p>
            <a:pPr marL="171450" indent="-171450">
              <a:buFont typeface="Arial" panose="020B0604020202020204" pitchFamily="34" charset="0"/>
              <a:buChar char="•"/>
            </a:pPr>
            <a:r>
              <a:rPr lang="en-JP" sz="1050"/>
              <a:t>確率分布は尤度を最大にするパラメータを選択</a:t>
            </a:r>
          </a:p>
        </p:txBody>
      </p:sp>
      <p:sp>
        <p:nvSpPr>
          <p:cNvPr id="5" name="スライド番号プレースホルダー 1">
            <a:extLst>
              <a:ext uri="{FF2B5EF4-FFF2-40B4-BE49-F238E27FC236}">
                <a16:creationId xmlns:a16="http://schemas.microsoft.com/office/drawing/2014/main" id="{8BAE0BC7-A624-23AC-176A-3B33497BC5E9}"/>
              </a:ext>
            </a:extLst>
          </p:cNvPr>
          <p:cNvSpPr txBox="1">
            <a:spLocks/>
          </p:cNvSpPr>
          <p:nvPr/>
        </p:nvSpPr>
        <p:spPr>
          <a:xfrm>
            <a:off x="8737700" y="4862517"/>
            <a:ext cx="489000" cy="502500"/>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fld id="{00000000-1234-1234-1234-123412341234}" type="slidenum">
              <a:rPr lang="en" smtClean="0"/>
              <a:pPr/>
              <a:t>7</a:t>
            </a:fld>
            <a:endParaRPr lang="ja-JP" altLang="en-US"/>
          </a:p>
        </p:txBody>
      </p:sp>
    </p:spTree>
    <p:extLst>
      <p:ext uri="{BB962C8B-B14F-4D97-AF65-F5344CB8AC3E}">
        <p14:creationId xmlns:p14="http://schemas.microsoft.com/office/powerpoint/2010/main" val="11260470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945764-1512-DDFA-E65C-458F91B1EE64}"/>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713FA3D8-BD29-0D48-05E9-DD51EA631F03}"/>
              </a:ext>
            </a:extLst>
          </p:cNvPr>
          <p:cNvSpPr/>
          <p:nvPr/>
        </p:nvSpPr>
        <p:spPr>
          <a:xfrm>
            <a:off x="650875" y="292100"/>
            <a:ext cx="7334250" cy="84982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JP" sz="4000">
                <a:solidFill>
                  <a:schemeClr val="tx1"/>
                </a:solidFill>
              </a:rPr>
              <a:t>最適な確率分布の選定</a:t>
            </a:r>
          </a:p>
        </p:txBody>
      </p:sp>
      <p:sp>
        <p:nvSpPr>
          <p:cNvPr id="2" name="TextBox 1">
            <a:extLst>
              <a:ext uri="{FF2B5EF4-FFF2-40B4-BE49-F238E27FC236}">
                <a16:creationId xmlns:a16="http://schemas.microsoft.com/office/drawing/2014/main" id="{ACD21ECC-BFF0-64A1-96AD-4AB5D7141C77}"/>
              </a:ext>
            </a:extLst>
          </p:cNvPr>
          <p:cNvSpPr txBox="1"/>
          <p:nvPr/>
        </p:nvSpPr>
        <p:spPr>
          <a:xfrm>
            <a:off x="650875" y="1384697"/>
            <a:ext cx="7334250" cy="707886"/>
          </a:xfrm>
          <a:prstGeom prst="rect">
            <a:avLst/>
          </a:prstGeom>
          <a:noFill/>
          <a:ln>
            <a:noFill/>
          </a:ln>
        </p:spPr>
        <p:txBody>
          <a:bodyPr wrap="square" rtlCol="0">
            <a:spAutoFit/>
          </a:bodyPr>
          <a:lstStyle/>
          <a:p>
            <a:r>
              <a:rPr lang="en-JP" sz="2000"/>
              <a:t>Q. なぜ確率分布を仮定する前にスケールするのか</a:t>
            </a:r>
          </a:p>
          <a:p>
            <a:r>
              <a:rPr lang="en-JP" sz="2000"/>
              <a:t>A. 数学的制約・</a:t>
            </a:r>
            <a:r>
              <a:rPr lang="ja-JP" altLang="en-US" sz="2000"/>
              <a:t>歪度の解消・分散の安定化・学習の効率化</a:t>
            </a:r>
            <a:endParaRPr lang="en-JP" sz="2000"/>
          </a:p>
        </p:txBody>
      </p:sp>
      <p:pic>
        <p:nvPicPr>
          <p:cNvPr id="6" name="Picture 5" descr="A graph with lines and text&#10;&#10;AI-generated content may be incorrect.">
            <a:extLst>
              <a:ext uri="{FF2B5EF4-FFF2-40B4-BE49-F238E27FC236}">
                <a16:creationId xmlns:a16="http://schemas.microsoft.com/office/drawing/2014/main" id="{63B7C823-5C1E-1471-056C-E639C845D4D5}"/>
              </a:ext>
            </a:extLst>
          </p:cNvPr>
          <p:cNvPicPr>
            <a:picLocks noChangeAspect="1"/>
          </p:cNvPicPr>
          <p:nvPr/>
        </p:nvPicPr>
        <p:blipFill>
          <a:blip r:embed="rId3"/>
          <a:stretch>
            <a:fillRect/>
          </a:stretch>
        </p:blipFill>
        <p:spPr>
          <a:xfrm>
            <a:off x="3147712" y="2964688"/>
            <a:ext cx="1315828" cy="986871"/>
          </a:xfrm>
          <a:prstGeom prst="rect">
            <a:avLst/>
          </a:prstGeom>
        </p:spPr>
      </p:pic>
      <p:pic>
        <p:nvPicPr>
          <p:cNvPr id="8" name="Picture 7" descr="A graph showing the growth of the stock market&#10;&#10;AI-generated content may be incorrect.">
            <a:extLst>
              <a:ext uri="{FF2B5EF4-FFF2-40B4-BE49-F238E27FC236}">
                <a16:creationId xmlns:a16="http://schemas.microsoft.com/office/drawing/2014/main" id="{C904C77A-907A-BCD4-90AE-66F589256EA7}"/>
              </a:ext>
            </a:extLst>
          </p:cNvPr>
          <p:cNvPicPr>
            <a:picLocks noChangeAspect="1"/>
          </p:cNvPicPr>
          <p:nvPr/>
        </p:nvPicPr>
        <p:blipFill>
          <a:blip r:embed="rId4"/>
          <a:stretch>
            <a:fillRect/>
          </a:stretch>
        </p:blipFill>
        <p:spPr>
          <a:xfrm>
            <a:off x="6186286" y="2266628"/>
            <a:ext cx="2461566" cy="1216404"/>
          </a:xfrm>
          <a:prstGeom prst="rect">
            <a:avLst/>
          </a:prstGeom>
        </p:spPr>
      </p:pic>
      <p:pic>
        <p:nvPicPr>
          <p:cNvPr id="10" name="Picture 9" descr="A graph with blue lines&#10;&#10;AI-generated content may be incorrect.">
            <a:extLst>
              <a:ext uri="{FF2B5EF4-FFF2-40B4-BE49-F238E27FC236}">
                <a16:creationId xmlns:a16="http://schemas.microsoft.com/office/drawing/2014/main" id="{523DD718-6716-4D4D-B3B3-15585631669D}"/>
              </a:ext>
            </a:extLst>
          </p:cNvPr>
          <p:cNvPicPr>
            <a:picLocks noChangeAspect="1"/>
          </p:cNvPicPr>
          <p:nvPr/>
        </p:nvPicPr>
        <p:blipFill>
          <a:blip r:embed="rId5"/>
          <a:stretch>
            <a:fillRect/>
          </a:stretch>
        </p:blipFill>
        <p:spPr>
          <a:xfrm>
            <a:off x="423279" y="2226454"/>
            <a:ext cx="2447136" cy="1209273"/>
          </a:xfrm>
          <a:prstGeom prst="rect">
            <a:avLst/>
          </a:prstGeom>
        </p:spPr>
      </p:pic>
      <p:pic>
        <p:nvPicPr>
          <p:cNvPr id="12" name="Picture 11" descr="A graph with lines and a box&#10;&#10;AI-generated content may be incorrect.">
            <a:extLst>
              <a:ext uri="{FF2B5EF4-FFF2-40B4-BE49-F238E27FC236}">
                <a16:creationId xmlns:a16="http://schemas.microsoft.com/office/drawing/2014/main" id="{4256066E-0222-609A-A231-B205465F97D8}"/>
              </a:ext>
            </a:extLst>
          </p:cNvPr>
          <p:cNvPicPr>
            <a:picLocks noChangeAspect="1"/>
          </p:cNvPicPr>
          <p:nvPr/>
        </p:nvPicPr>
        <p:blipFill>
          <a:blip r:embed="rId6"/>
          <a:stretch>
            <a:fillRect/>
          </a:stretch>
        </p:blipFill>
        <p:spPr>
          <a:xfrm>
            <a:off x="4665883" y="2989597"/>
            <a:ext cx="1315828" cy="986871"/>
          </a:xfrm>
          <a:prstGeom prst="rect">
            <a:avLst/>
          </a:prstGeom>
        </p:spPr>
      </p:pic>
      <p:pic>
        <p:nvPicPr>
          <p:cNvPr id="14" name="Picture 13" descr="A graph showing sales and a number of books&#10;&#10;AI-generated content may be incorrect.">
            <a:extLst>
              <a:ext uri="{FF2B5EF4-FFF2-40B4-BE49-F238E27FC236}">
                <a16:creationId xmlns:a16="http://schemas.microsoft.com/office/drawing/2014/main" id="{86CF6354-D3E1-786C-02F6-75B13F81E625}"/>
              </a:ext>
            </a:extLst>
          </p:cNvPr>
          <p:cNvPicPr>
            <a:picLocks noChangeAspect="1"/>
          </p:cNvPicPr>
          <p:nvPr/>
        </p:nvPicPr>
        <p:blipFill>
          <a:blip r:embed="rId7"/>
          <a:stretch>
            <a:fillRect/>
          </a:stretch>
        </p:blipFill>
        <p:spPr>
          <a:xfrm>
            <a:off x="6138111" y="3625599"/>
            <a:ext cx="2557916" cy="1278958"/>
          </a:xfrm>
          <a:prstGeom prst="rect">
            <a:avLst/>
          </a:prstGeom>
        </p:spPr>
      </p:pic>
      <p:pic>
        <p:nvPicPr>
          <p:cNvPr id="16" name="Picture 15" descr="A graph showing sales and a number of books&#10;&#10;AI-generated content may be incorrect.">
            <a:extLst>
              <a:ext uri="{FF2B5EF4-FFF2-40B4-BE49-F238E27FC236}">
                <a16:creationId xmlns:a16="http://schemas.microsoft.com/office/drawing/2014/main" id="{01EF9444-6FED-BDBC-E697-F8155D88B97D}"/>
              </a:ext>
            </a:extLst>
          </p:cNvPr>
          <p:cNvPicPr>
            <a:picLocks noChangeAspect="1"/>
          </p:cNvPicPr>
          <p:nvPr/>
        </p:nvPicPr>
        <p:blipFill>
          <a:blip r:embed="rId8"/>
          <a:stretch>
            <a:fillRect/>
          </a:stretch>
        </p:blipFill>
        <p:spPr>
          <a:xfrm>
            <a:off x="423279" y="3600248"/>
            <a:ext cx="2681044" cy="1340522"/>
          </a:xfrm>
          <a:prstGeom prst="rect">
            <a:avLst/>
          </a:prstGeom>
        </p:spPr>
      </p:pic>
      <p:cxnSp>
        <p:nvCxnSpPr>
          <p:cNvPr id="5" name="Straight Connector 4">
            <a:extLst>
              <a:ext uri="{FF2B5EF4-FFF2-40B4-BE49-F238E27FC236}">
                <a16:creationId xmlns:a16="http://schemas.microsoft.com/office/drawing/2014/main" id="{AEFB940B-5E17-B6C3-2B7E-9331BA284066}"/>
              </a:ext>
            </a:extLst>
          </p:cNvPr>
          <p:cNvCxnSpPr/>
          <p:nvPr/>
        </p:nvCxnSpPr>
        <p:spPr>
          <a:xfrm>
            <a:off x="4500371" y="2226454"/>
            <a:ext cx="0" cy="2582001"/>
          </a:xfrm>
          <a:prstGeom prst="line">
            <a:avLst/>
          </a:prstGeom>
          <a:ln w="38100">
            <a:solidFill>
              <a:srgbClr val="000000"/>
            </a:solidFill>
          </a:ln>
        </p:spPr>
        <p:style>
          <a:lnRef idx="1">
            <a:schemeClr val="dk1"/>
          </a:lnRef>
          <a:fillRef idx="0">
            <a:schemeClr val="dk1"/>
          </a:fillRef>
          <a:effectRef idx="0">
            <a:schemeClr val="dk1"/>
          </a:effectRef>
          <a:fontRef idx="minor">
            <a:schemeClr val="tx1"/>
          </a:fontRef>
        </p:style>
      </p:cxnSp>
      <p:sp>
        <p:nvSpPr>
          <p:cNvPr id="7" name="TextBox 17">
            <a:extLst>
              <a:ext uri="{FF2B5EF4-FFF2-40B4-BE49-F238E27FC236}">
                <a16:creationId xmlns:a16="http://schemas.microsoft.com/office/drawing/2014/main" id="{7EBC850C-30DA-7BD2-43E1-EB96E9C35675}"/>
              </a:ext>
            </a:extLst>
          </p:cNvPr>
          <p:cNvSpPr txBox="1"/>
          <p:nvPr/>
        </p:nvSpPr>
        <p:spPr>
          <a:xfrm>
            <a:off x="3282160" y="2290458"/>
            <a:ext cx="1105239" cy="338554"/>
          </a:xfrm>
          <a:prstGeom prst="rect">
            <a:avLst/>
          </a:prstGeom>
          <a:noFill/>
          <a:ln>
            <a:noFill/>
          </a:ln>
        </p:spPr>
        <p:txBody>
          <a:bodyPr wrap="square" lIns="91440" tIns="45720" rIns="91440" bIns="45720" rtlCol="0" anchor="t">
            <a:spAutoFit/>
          </a:bodyPr>
          <a:lstStyle/>
          <a:p>
            <a:r>
              <a:rPr lang="en-US" altLang="ja-JP" sz="1600"/>
              <a:t>original</a:t>
            </a:r>
            <a:endParaRPr lang="ja-JP" altLang="en-US" sz="1600"/>
          </a:p>
        </p:txBody>
      </p:sp>
      <p:sp>
        <p:nvSpPr>
          <p:cNvPr id="9" name="TextBox 17">
            <a:extLst>
              <a:ext uri="{FF2B5EF4-FFF2-40B4-BE49-F238E27FC236}">
                <a16:creationId xmlns:a16="http://schemas.microsoft.com/office/drawing/2014/main" id="{A9236868-5DBF-6766-E9C0-CDFFA4FF8970}"/>
              </a:ext>
            </a:extLst>
          </p:cNvPr>
          <p:cNvSpPr txBox="1"/>
          <p:nvPr/>
        </p:nvSpPr>
        <p:spPr>
          <a:xfrm>
            <a:off x="4716991" y="2290458"/>
            <a:ext cx="1421120" cy="338554"/>
          </a:xfrm>
          <a:prstGeom prst="rect">
            <a:avLst/>
          </a:prstGeom>
          <a:noFill/>
          <a:ln>
            <a:noFill/>
          </a:ln>
        </p:spPr>
        <p:txBody>
          <a:bodyPr wrap="square" lIns="91440" tIns="45720" rIns="91440" bIns="45720" rtlCol="0" anchor="t">
            <a:spAutoFit/>
          </a:bodyPr>
          <a:lstStyle/>
          <a:p>
            <a:r>
              <a:rPr lang="ja-JP" altLang="en-US" sz="1600"/>
              <a:t>対数変換</a:t>
            </a:r>
            <a:r>
              <a:rPr lang="en-US" altLang="ja-JP" sz="1600"/>
              <a:t>(+e)</a:t>
            </a:r>
            <a:endParaRPr lang="ja-JP" altLang="en-US" sz="1600"/>
          </a:p>
        </p:txBody>
      </p:sp>
      <p:sp>
        <p:nvSpPr>
          <p:cNvPr id="11" name="スライド番号プレースホルダー 1">
            <a:extLst>
              <a:ext uri="{FF2B5EF4-FFF2-40B4-BE49-F238E27FC236}">
                <a16:creationId xmlns:a16="http://schemas.microsoft.com/office/drawing/2014/main" id="{9DC81096-5833-C91F-1D28-17DDAEF2250D}"/>
              </a:ext>
            </a:extLst>
          </p:cNvPr>
          <p:cNvSpPr txBox="1">
            <a:spLocks/>
          </p:cNvSpPr>
          <p:nvPr/>
        </p:nvSpPr>
        <p:spPr>
          <a:xfrm>
            <a:off x="8850542" y="4795945"/>
            <a:ext cx="489000" cy="502500"/>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fld id="{00000000-1234-1234-1234-123412341234}" type="slidenum">
              <a:rPr lang="en" smtClean="0"/>
              <a:pPr/>
              <a:t>8</a:t>
            </a:fld>
            <a:endParaRPr lang="ja-JP" altLang="en-US"/>
          </a:p>
        </p:txBody>
      </p:sp>
    </p:spTree>
    <p:extLst>
      <p:ext uri="{BB962C8B-B14F-4D97-AF65-F5344CB8AC3E}">
        <p14:creationId xmlns:p14="http://schemas.microsoft.com/office/powerpoint/2010/main" val="352514521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1C2449-0AF2-CEB1-CC73-BA92E28FFC12}"/>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052533F2-3ED0-3FC4-4120-C5742EAA0C1F}"/>
              </a:ext>
            </a:extLst>
          </p:cNvPr>
          <p:cNvSpPr/>
          <p:nvPr/>
        </p:nvSpPr>
        <p:spPr>
          <a:xfrm>
            <a:off x="650875" y="292100"/>
            <a:ext cx="7334250" cy="84982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JP" sz="4000">
                <a:solidFill>
                  <a:schemeClr val="tx1"/>
                </a:solidFill>
              </a:rPr>
              <a:t>最適な確率分布の選定</a:t>
            </a:r>
          </a:p>
        </p:txBody>
      </p:sp>
      <p:pic>
        <p:nvPicPr>
          <p:cNvPr id="4" name="Picture 3" descr="A graph with colored lines and numbers&#10;&#10;AI-generated content may be incorrect.">
            <a:extLst>
              <a:ext uri="{FF2B5EF4-FFF2-40B4-BE49-F238E27FC236}">
                <a16:creationId xmlns:a16="http://schemas.microsoft.com/office/drawing/2014/main" id="{19595692-0F2F-4A69-52E6-6A21D924CF59}"/>
              </a:ext>
            </a:extLst>
          </p:cNvPr>
          <p:cNvPicPr>
            <a:picLocks noChangeAspect="1"/>
          </p:cNvPicPr>
          <p:nvPr/>
        </p:nvPicPr>
        <p:blipFill>
          <a:blip r:embed="rId3"/>
          <a:stretch>
            <a:fillRect/>
          </a:stretch>
        </p:blipFill>
        <p:spPr>
          <a:xfrm>
            <a:off x="6034425" y="3103880"/>
            <a:ext cx="2935047" cy="1761029"/>
          </a:xfrm>
          <a:prstGeom prst="rect">
            <a:avLst/>
          </a:prstGeom>
        </p:spPr>
      </p:pic>
      <p:pic>
        <p:nvPicPr>
          <p:cNvPr id="5" name="Picture 4" descr="A graph with numbers and lines&#10;&#10;AI-generated content may be incorrect.">
            <a:extLst>
              <a:ext uri="{FF2B5EF4-FFF2-40B4-BE49-F238E27FC236}">
                <a16:creationId xmlns:a16="http://schemas.microsoft.com/office/drawing/2014/main" id="{F306FF00-A9BB-A3D8-6715-B051009352F1}"/>
              </a:ext>
            </a:extLst>
          </p:cNvPr>
          <p:cNvPicPr>
            <a:picLocks noChangeAspect="1"/>
          </p:cNvPicPr>
          <p:nvPr/>
        </p:nvPicPr>
        <p:blipFill>
          <a:blip r:embed="rId4"/>
          <a:stretch>
            <a:fillRect/>
          </a:stretch>
        </p:blipFill>
        <p:spPr>
          <a:xfrm>
            <a:off x="6022550" y="1296782"/>
            <a:ext cx="2935050" cy="1761030"/>
          </a:xfrm>
          <a:prstGeom prst="rect">
            <a:avLst/>
          </a:prstGeom>
        </p:spPr>
      </p:pic>
      <p:graphicFrame>
        <p:nvGraphicFramePr>
          <p:cNvPr id="6" name="Table 5">
            <a:extLst>
              <a:ext uri="{FF2B5EF4-FFF2-40B4-BE49-F238E27FC236}">
                <a16:creationId xmlns:a16="http://schemas.microsoft.com/office/drawing/2014/main" id="{C8566E78-FA1E-8E0B-52B4-616BC8EB4ED0}"/>
              </a:ext>
            </a:extLst>
          </p:cNvPr>
          <p:cNvGraphicFramePr>
            <a:graphicFrameLocks noGrp="1"/>
          </p:cNvGraphicFramePr>
          <p:nvPr>
            <p:extLst>
              <p:ext uri="{D42A27DB-BD31-4B8C-83A1-F6EECF244321}">
                <p14:modId xmlns:p14="http://schemas.microsoft.com/office/powerpoint/2010/main" val="443657870"/>
              </p:ext>
            </p:extLst>
          </p:nvPr>
        </p:nvGraphicFramePr>
        <p:xfrm>
          <a:off x="2573721" y="1413830"/>
          <a:ext cx="3113604" cy="1526934"/>
        </p:xfrm>
        <a:graphic>
          <a:graphicData uri="http://schemas.openxmlformats.org/drawingml/2006/table">
            <a:tbl>
              <a:tblPr firstRow="1" firstCol="1">
                <a:tableStyleId>{5C22544A-7EE6-4342-B048-85BDC9FD1C3A}</a:tableStyleId>
              </a:tblPr>
              <a:tblGrid>
                <a:gridCol w="1279329">
                  <a:extLst>
                    <a:ext uri="{9D8B030D-6E8A-4147-A177-3AD203B41FA5}">
                      <a16:colId xmlns:a16="http://schemas.microsoft.com/office/drawing/2014/main" val="4108416605"/>
                    </a:ext>
                  </a:extLst>
                </a:gridCol>
                <a:gridCol w="1023393">
                  <a:extLst>
                    <a:ext uri="{9D8B030D-6E8A-4147-A177-3AD203B41FA5}">
                      <a16:colId xmlns:a16="http://schemas.microsoft.com/office/drawing/2014/main" val="2281438346"/>
                    </a:ext>
                  </a:extLst>
                </a:gridCol>
                <a:gridCol w="810882">
                  <a:extLst>
                    <a:ext uri="{9D8B030D-6E8A-4147-A177-3AD203B41FA5}">
                      <a16:colId xmlns:a16="http://schemas.microsoft.com/office/drawing/2014/main" val="1356800122"/>
                    </a:ext>
                  </a:extLst>
                </a:gridCol>
              </a:tblGrid>
              <a:tr h="0">
                <a:tc>
                  <a:txBody>
                    <a:bodyPr/>
                    <a:lstStyle/>
                    <a:p>
                      <a:r>
                        <a:rPr lang="en-JP" sz="1050">
                          <a:solidFill>
                            <a:schemeClr val="tx1"/>
                          </a:solidFill>
                        </a:rPr>
                        <a:t>original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JP" sz="1050" dirty="0">
                          <a:solidFill>
                            <a:schemeClr val="tx1"/>
                          </a:solidFill>
                        </a:rPr>
                        <a:t>AIC</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JP" sz="1050" dirty="0">
                          <a:solidFill>
                            <a:schemeClr val="tx1"/>
                          </a:solidFill>
                        </a:rPr>
                        <a:t>BIC</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49979856"/>
                  </a:ext>
                </a:extLst>
              </a:tr>
              <a:tr h="182548">
                <a:tc>
                  <a:txBody>
                    <a:bodyPr/>
                    <a:lstStyle/>
                    <a:p>
                      <a:r>
                        <a:rPr lang="en-JP" sz="1050">
                          <a:solidFill>
                            <a:schemeClr val="tx1"/>
                          </a:solidFill>
                        </a:rPr>
                        <a:t>正規分布</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JP" sz="1050" b="0" i="0" u="none" strike="noStrike" cap="none">
                          <a:solidFill>
                            <a:schemeClr val="dk1"/>
                          </a:solidFill>
                          <a:effectLst/>
                          <a:latin typeface="+mn-lt"/>
                          <a:ea typeface="+mn-ea"/>
                          <a:cs typeface="+mn-cs"/>
                          <a:sym typeface="Arial"/>
                        </a:rPr>
                        <a:t>4,227,211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JP" sz="1050" b="0" i="0" u="none" strike="noStrike" cap="none" dirty="0">
                          <a:solidFill>
                            <a:schemeClr val="dk1"/>
                          </a:solidFill>
                          <a:effectLst/>
                          <a:latin typeface="+mn-lt"/>
                          <a:ea typeface="+mn-ea"/>
                          <a:cs typeface="+mn-cs"/>
                          <a:sym typeface="Arial"/>
                        </a:rPr>
                        <a:t>4,227,234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02483398"/>
                  </a:ext>
                </a:extLst>
              </a:tr>
              <a:tr h="269634">
                <a:tc>
                  <a:txBody>
                    <a:bodyPr/>
                    <a:lstStyle/>
                    <a:p>
                      <a:r>
                        <a:rPr lang="en-JP" sz="1050">
                          <a:solidFill>
                            <a:schemeClr val="tx1"/>
                          </a:solidFill>
                        </a:rPr>
                        <a:t>ガンマ分布</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JP" sz="105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JP" sz="1050" dirty="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8815014"/>
                  </a:ext>
                </a:extLst>
              </a:tr>
              <a:tr h="0">
                <a:tc>
                  <a:txBody>
                    <a:bodyPr/>
                    <a:lstStyle/>
                    <a:p>
                      <a:r>
                        <a:rPr lang="en-JP" sz="1050" dirty="0">
                          <a:solidFill>
                            <a:schemeClr val="tx1"/>
                          </a:solidFill>
                        </a:rPr>
                        <a:t>Tweedie分布</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JP" sz="1050" b="0" i="0" u="none" strike="noStrike" cap="none" dirty="0">
                          <a:solidFill>
                            <a:schemeClr val="dk1"/>
                          </a:solidFill>
                          <a:effectLst/>
                          <a:latin typeface="+mn-lt"/>
                          <a:ea typeface="+mn-ea"/>
                          <a:cs typeface="+mn-cs"/>
                          <a:sym typeface="Arial"/>
                        </a:rPr>
                        <a:t>2,247,841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JP" sz="1050" b="0" i="0" u="none" strike="noStrike" cap="none" dirty="0">
                          <a:solidFill>
                            <a:schemeClr val="dk1"/>
                          </a:solidFill>
                          <a:effectLst/>
                          <a:latin typeface="+mn-lt"/>
                          <a:ea typeface="+mn-ea"/>
                          <a:cs typeface="+mn-cs"/>
                          <a:sym typeface="Arial"/>
                        </a:rPr>
                        <a:t>2,240,786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34864298"/>
                  </a:ext>
                </a:extLst>
              </a:tr>
              <a:tr h="230049">
                <a:tc>
                  <a:txBody>
                    <a:bodyPr/>
                    <a:lstStyle/>
                    <a:p>
                      <a:r>
                        <a:rPr lang="en-JP" sz="1050">
                          <a:solidFill>
                            <a:schemeClr val="tx1"/>
                          </a:solidFill>
                        </a:rPr>
                        <a:t>パレート分布</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JP" sz="105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JP" sz="105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84277353"/>
                  </a:ext>
                </a:extLst>
              </a:tr>
              <a:tr h="0">
                <a:tc>
                  <a:txBody>
                    <a:bodyPr/>
                    <a:lstStyle/>
                    <a:p>
                      <a:r>
                        <a:rPr lang="en-JP" sz="1050">
                          <a:solidFill>
                            <a:schemeClr val="tx1"/>
                          </a:solidFill>
                        </a:rPr>
                        <a:t>ZINB</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JP" sz="1050" b="0" i="0" u="none" strike="noStrike" cap="none" dirty="0">
                          <a:solidFill>
                            <a:schemeClr val="dk1"/>
                          </a:solidFill>
                          <a:effectLst/>
                          <a:latin typeface="+mn-lt"/>
                          <a:ea typeface="+mn-ea"/>
                          <a:cs typeface="+mn-cs"/>
                          <a:sym typeface="Arial"/>
                        </a:rPr>
                        <a:t>2,292,950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JP" sz="1050" b="0" i="0" u="none" strike="noStrike" cap="none" dirty="0">
                          <a:solidFill>
                            <a:schemeClr val="dk1"/>
                          </a:solidFill>
                          <a:effectLst/>
                          <a:latin typeface="+mn-lt"/>
                          <a:ea typeface="+mn-ea"/>
                          <a:cs typeface="+mn-cs"/>
                          <a:sym typeface="Arial"/>
                        </a:rPr>
                        <a:t>2,292,984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03071882"/>
                  </a:ext>
                </a:extLst>
              </a:tr>
            </a:tbl>
          </a:graphicData>
        </a:graphic>
      </p:graphicFrame>
      <p:graphicFrame>
        <p:nvGraphicFramePr>
          <p:cNvPr id="8" name="Table 7">
            <a:extLst>
              <a:ext uri="{FF2B5EF4-FFF2-40B4-BE49-F238E27FC236}">
                <a16:creationId xmlns:a16="http://schemas.microsoft.com/office/drawing/2014/main" id="{A8820476-A1DB-847C-C9C4-C2BC66C4D866}"/>
              </a:ext>
            </a:extLst>
          </p:cNvPr>
          <p:cNvGraphicFramePr>
            <a:graphicFrameLocks noGrp="1"/>
          </p:cNvGraphicFramePr>
          <p:nvPr>
            <p:extLst>
              <p:ext uri="{D42A27DB-BD31-4B8C-83A1-F6EECF244321}">
                <p14:modId xmlns:p14="http://schemas.microsoft.com/office/powerpoint/2010/main" val="297095277"/>
              </p:ext>
            </p:extLst>
          </p:nvPr>
        </p:nvGraphicFramePr>
        <p:xfrm>
          <a:off x="2585596" y="3217348"/>
          <a:ext cx="3101729" cy="1526934"/>
        </p:xfrm>
        <a:graphic>
          <a:graphicData uri="http://schemas.openxmlformats.org/drawingml/2006/table">
            <a:tbl>
              <a:tblPr firstRow="1" firstCol="1">
                <a:tableStyleId>{5C22544A-7EE6-4342-B048-85BDC9FD1C3A}</a:tableStyleId>
              </a:tblPr>
              <a:tblGrid>
                <a:gridCol w="1279329">
                  <a:extLst>
                    <a:ext uri="{9D8B030D-6E8A-4147-A177-3AD203B41FA5}">
                      <a16:colId xmlns:a16="http://schemas.microsoft.com/office/drawing/2014/main" val="4108416605"/>
                    </a:ext>
                  </a:extLst>
                </a:gridCol>
                <a:gridCol w="1024841">
                  <a:extLst>
                    <a:ext uri="{9D8B030D-6E8A-4147-A177-3AD203B41FA5}">
                      <a16:colId xmlns:a16="http://schemas.microsoft.com/office/drawing/2014/main" val="2281438346"/>
                    </a:ext>
                  </a:extLst>
                </a:gridCol>
                <a:gridCol w="797559">
                  <a:extLst>
                    <a:ext uri="{9D8B030D-6E8A-4147-A177-3AD203B41FA5}">
                      <a16:colId xmlns:a16="http://schemas.microsoft.com/office/drawing/2014/main" val="1356800122"/>
                    </a:ext>
                  </a:extLst>
                </a:gridCol>
              </a:tblGrid>
              <a:tr h="0">
                <a:tc>
                  <a:txBody>
                    <a:bodyPr/>
                    <a:lstStyle/>
                    <a:p>
                      <a:r>
                        <a:rPr lang="en-JP" sz="1050">
                          <a:solidFill>
                            <a:schemeClr val="tx1"/>
                          </a:solidFill>
                        </a:rPr>
                        <a:t>対数変換(+e)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JP" sz="1050">
                          <a:solidFill>
                            <a:schemeClr val="tx1"/>
                          </a:solidFill>
                        </a:rPr>
                        <a:t>AIU</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JP" sz="1050">
                          <a:solidFill>
                            <a:schemeClr val="tx1"/>
                          </a:solidFill>
                        </a:rPr>
                        <a:t>BIU</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49979856"/>
                  </a:ext>
                </a:extLst>
              </a:tr>
              <a:tr h="182548">
                <a:tc>
                  <a:txBody>
                    <a:bodyPr/>
                    <a:lstStyle/>
                    <a:p>
                      <a:r>
                        <a:rPr lang="en-JP" sz="1050">
                          <a:solidFill>
                            <a:schemeClr val="tx1"/>
                          </a:solidFill>
                        </a:rPr>
                        <a:t>正規分布</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JP" sz="1050" b="0" i="0" u="none" strike="noStrike" cap="none">
                          <a:solidFill>
                            <a:schemeClr val="dk1"/>
                          </a:solidFill>
                          <a:effectLst/>
                          <a:latin typeface="+mn-lt"/>
                          <a:ea typeface="+mn-ea"/>
                          <a:cs typeface="+mn-cs"/>
                          <a:sym typeface="Arial"/>
                        </a:rPr>
                        <a:t>1,011,292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JP" sz="1050" b="0" i="0" u="none" strike="noStrike" cap="none">
                          <a:solidFill>
                            <a:schemeClr val="dk1"/>
                          </a:solidFill>
                          <a:effectLst/>
                          <a:latin typeface="+mn-lt"/>
                          <a:ea typeface="+mn-ea"/>
                          <a:cs typeface="+mn-cs"/>
                          <a:sym typeface="Arial"/>
                        </a:rPr>
                        <a:t>1,011,314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02483398"/>
                  </a:ext>
                </a:extLst>
              </a:tr>
              <a:tr h="269634">
                <a:tc>
                  <a:txBody>
                    <a:bodyPr/>
                    <a:lstStyle/>
                    <a:p>
                      <a:r>
                        <a:rPr lang="en-JP" sz="1050">
                          <a:solidFill>
                            <a:schemeClr val="tx1"/>
                          </a:solidFill>
                        </a:rPr>
                        <a:t>ガンマ分布</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JP" sz="1050" b="0" i="0" u="none" strike="noStrike" cap="none">
                          <a:solidFill>
                            <a:schemeClr val="dk1"/>
                          </a:solidFill>
                          <a:effectLst/>
                          <a:latin typeface="+mn-lt"/>
                          <a:ea typeface="+mn-ea"/>
                          <a:cs typeface="+mn-cs"/>
                          <a:sym typeface="Arial"/>
                        </a:rPr>
                        <a:t>853,840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JP" sz="1050" b="0" i="0" u="none" strike="noStrike" cap="none">
                          <a:solidFill>
                            <a:schemeClr val="dk1"/>
                          </a:solidFill>
                          <a:effectLst/>
                          <a:latin typeface="+mn-lt"/>
                          <a:ea typeface="+mn-ea"/>
                          <a:cs typeface="+mn-cs"/>
                          <a:sym typeface="Arial"/>
                        </a:rPr>
                        <a:t>853,862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8815014"/>
                  </a:ext>
                </a:extLst>
              </a:tr>
              <a:tr h="0">
                <a:tc>
                  <a:txBody>
                    <a:bodyPr/>
                    <a:lstStyle/>
                    <a:p>
                      <a:r>
                        <a:rPr lang="en-JP" sz="1050">
                          <a:solidFill>
                            <a:schemeClr val="tx1"/>
                          </a:solidFill>
                        </a:rPr>
                        <a:t>Tweedie分布</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JP" sz="1050" b="0" i="0" u="none" strike="noStrike" cap="none">
                          <a:solidFill>
                            <a:schemeClr val="dk1"/>
                          </a:solidFill>
                          <a:effectLst/>
                          <a:latin typeface="+mn-lt"/>
                          <a:ea typeface="+mn-ea"/>
                          <a:cs typeface="+mn-cs"/>
                          <a:sym typeface="Arial"/>
                        </a:rPr>
                        <a:t>925,901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JP" sz="1050" b="0" i="0" u="none" strike="noStrike" cap="none">
                          <a:solidFill>
                            <a:schemeClr val="dk1"/>
                          </a:solidFill>
                          <a:effectLst/>
                          <a:latin typeface="+mn-lt"/>
                          <a:ea typeface="+mn-ea"/>
                          <a:cs typeface="+mn-cs"/>
                          <a:sym typeface="Arial"/>
                        </a:rPr>
                        <a:t>925,923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34864298"/>
                  </a:ext>
                </a:extLst>
              </a:tr>
              <a:tr h="230049">
                <a:tc>
                  <a:txBody>
                    <a:bodyPr/>
                    <a:lstStyle/>
                    <a:p>
                      <a:r>
                        <a:rPr lang="en-JP" sz="1050">
                          <a:solidFill>
                            <a:schemeClr val="tx1"/>
                          </a:solidFill>
                        </a:rPr>
                        <a:t>パレート分布</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JP" sz="1050" b="0" i="0" u="none" strike="noStrike" cap="none">
                          <a:solidFill>
                            <a:schemeClr val="dk1"/>
                          </a:solidFill>
                          <a:effectLst/>
                          <a:latin typeface="+mn-lt"/>
                          <a:ea typeface="+mn-ea"/>
                          <a:cs typeface="+mn-cs"/>
                          <a:sym typeface="Arial"/>
                        </a:rPr>
                        <a:t>358,973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JP" sz="1050" b="0" i="0" u="none" strike="noStrike" cap="none">
                          <a:solidFill>
                            <a:schemeClr val="dk1"/>
                          </a:solidFill>
                          <a:effectLst/>
                          <a:latin typeface="+mn-lt"/>
                          <a:ea typeface="+mn-ea"/>
                          <a:cs typeface="+mn-cs"/>
                          <a:sym typeface="Arial"/>
                        </a:rPr>
                        <a:t>358,996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84277353"/>
                  </a:ext>
                </a:extLst>
              </a:tr>
              <a:tr h="0">
                <a:tc>
                  <a:txBody>
                    <a:bodyPr/>
                    <a:lstStyle/>
                    <a:p>
                      <a:r>
                        <a:rPr lang="en-JP" sz="1050">
                          <a:solidFill>
                            <a:schemeClr val="tx1"/>
                          </a:solidFill>
                        </a:rPr>
                        <a:t>ZINB</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JP" sz="1050" b="0" i="0" u="none" strike="noStrike" cap="none">
                          <a:solidFill>
                            <a:schemeClr val="dk1"/>
                          </a:solidFill>
                          <a:effectLst/>
                          <a:latin typeface="+mn-lt"/>
                          <a:ea typeface="+mn-ea"/>
                          <a:cs typeface="+mn-cs"/>
                          <a:sym typeface="Arial"/>
                        </a:rPr>
                        <a:t>928,632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JP" sz="1050" b="0" i="0" u="none" strike="noStrike" cap="none">
                          <a:solidFill>
                            <a:schemeClr val="dk1"/>
                          </a:solidFill>
                          <a:effectLst/>
                          <a:latin typeface="+mn-lt"/>
                          <a:ea typeface="+mn-ea"/>
                          <a:cs typeface="+mn-cs"/>
                          <a:sym typeface="Arial"/>
                        </a:rPr>
                        <a:t>928,666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03071882"/>
                  </a:ext>
                </a:extLst>
              </a:tr>
            </a:tbl>
          </a:graphicData>
        </a:graphic>
      </p:graphicFrame>
      <p:sp>
        <p:nvSpPr>
          <p:cNvPr id="9" name="TextBox 8">
            <a:extLst>
              <a:ext uri="{FF2B5EF4-FFF2-40B4-BE49-F238E27FC236}">
                <a16:creationId xmlns:a16="http://schemas.microsoft.com/office/drawing/2014/main" id="{F8A5E730-6538-934B-8B9F-30F060C678B7}"/>
              </a:ext>
            </a:extLst>
          </p:cNvPr>
          <p:cNvSpPr txBox="1"/>
          <p:nvPr/>
        </p:nvSpPr>
        <p:spPr>
          <a:xfrm>
            <a:off x="2238495" y="4798602"/>
            <a:ext cx="3978912" cy="253916"/>
          </a:xfrm>
          <a:prstGeom prst="rect">
            <a:avLst/>
          </a:prstGeom>
          <a:noFill/>
        </p:spPr>
        <p:txBody>
          <a:bodyPr wrap="square" rtlCol="0">
            <a:spAutoFit/>
          </a:bodyPr>
          <a:lstStyle/>
          <a:p>
            <a:pPr marL="171450" indent="-171450">
              <a:buFont typeface="Arial" panose="020B0604020202020204" pitchFamily="34" charset="0"/>
              <a:buChar char="•"/>
            </a:pPr>
            <a:r>
              <a:rPr lang="en-JP" sz="1050"/>
              <a:t>スケール変換後逆変換をせず評価しているので単位が異なる</a:t>
            </a:r>
          </a:p>
        </p:txBody>
      </p:sp>
      <p:graphicFrame>
        <p:nvGraphicFramePr>
          <p:cNvPr id="11" name="Table 10">
            <a:extLst>
              <a:ext uri="{FF2B5EF4-FFF2-40B4-BE49-F238E27FC236}">
                <a16:creationId xmlns:a16="http://schemas.microsoft.com/office/drawing/2014/main" id="{3FF80382-CFD9-0278-5DB5-78579643A237}"/>
              </a:ext>
            </a:extLst>
          </p:cNvPr>
          <p:cNvGraphicFramePr>
            <a:graphicFrameLocks noGrp="1"/>
          </p:cNvGraphicFramePr>
          <p:nvPr>
            <p:extLst>
              <p:ext uri="{D42A27DB-BD31-4B8C-83A1-F6EECF244321}">
                <p14:modId xmlns:p14="http://schemas.microsoft.com/office/powerpoint/2010/main" val="1468249466"/>
              </p:ext>
            </p:extLst>
          </p:nvPr>
        </p:nvGraphicFramePr>
        <p:xfrm>
          <a:off x="455504" y="1915358"/>
          <a:ext cx="1782991" cy="1005840"/>
        </p:xfrm>
        <a:graphic>
          <a:graphicData uri="http://schemas.openxmlformats.org/drawingml/2006/table">
            <a:tbl>
              <a:tblPr firstRow="1" firstCol="1" bandRow="1">
                <a:tableStyleId>{5C22544A-7EE6-4342-B048-85BDC9FD1C3A}</a:tableStyleId>
              </a:tblPr>
              <a:tblGrid>
                <a:gridCol w="998621">
                  <a:extLst>
                    <a:ext uri="{9D8B030D-6E8A-4147-A177-3AD203B41FA5}">
                      <a16:colId xmlns:a16="http://schemas.microsoft.com/office/drawing/2014/main" val="308289008"/>
                    </a:ext>
                  </a:extLst>
                </a:gridCol>
                <a:gridCol w="784370">
                  <a:extLst>
                    <a:ext uri="{9D8B030D-6E8A-4147-A177-3AD203B41FA5}">
                      <a16:colId xmlns:a16="http://schemas.microsoft.com/office/drawing/2014/main" val="2259204813"/>
                    </a:ext>
                  </a:extLst>
                </a:gridCol>
              </a:tblGrid>
              <a:tr h="160855">
                <a:tc>
                  <a:txBody>
                    <a:bodyPr/>
                    <a:lstStyle/>
                    <a:p>
                      <a:r>
                        <a:rPr lang="en-JP" sz="1050">
                          <a:solidFill>
                            <a:schemeClr val="tx1"/>
                          </a:solidFill>
                        </a:rPr>
                        <a:t>original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JP" sz="105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68986121"/>
                  </a:ext>
                </a:extLst>
              </a:tr>
              <a:tr h="176722">
                <a:tc>
                  <a:txBody>
                    <a:bodyPr/>
                    <a:lstStyle/>
                    <a:p>
                      <a:r>
                        <a:rPr lang="en-JP" sz="1050">
                          <a:solidFill>
                            <a:schemeClr val="tx1"/>
                          </a:solidFill>
                        </a:rPr>
                        <a:t>平均値</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JP" sz="1050" b="0" i="0" u="none" strike="noStrike" cap="none">
                          <a:solidFill>
                            <a:schemeClr val="dk1"/>
                          </a:solidFill>
                          <a:effectLst/>
                          <a:latin typeface="+mn-lt"/>
                          <a:ea typeface="+mn-ea"/>
                          <a:cs typeface="+mn-cs"/>
                          <a:sym typeface="Arial"/>
                        </a:rPr>
                        <a:t>4.5381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63833479"/>
                  </a:ext>
                </a:extLst>
              </a:tr>
              <a:tr h="0">
                <a:tc>
                  <a:txBody>
                    <a:bodyPr/>
                    <a:lstStyle/>
                    <a:p>
                      <a:r>
                        <a:rPr lang="en-JP" sz="1050">
                          <a:solidFill>
                            <a:schemeClr val="tx1"/>
                          </a:solidFill>
                        </a:rPr>
                        <a:t>中央値</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JP" sz="1050" b="0" i="0" u="none" strike="noStrike" cap="none">
                          <a:solidFill>
                            <a:schemeClr val="dk1"/>
                          </a:solidFill>
                          <a:effectLst/>
                          <a:latin typeface="+mn-lt"/>
                          <a:ea typeface="+mn-ea"/>
                          <a:cs typeface="+mn-cs"/>
                          <a:sym typeface="Arial"/>
                        </a:rPr>
                        <a:t>2.0738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66951843"/>
                  </a:ext>
                </a:extLst>
              </a:tr>
              <a:tr h="0">
                <a:tc>
                  <a:txBody>
                    <a:bodyPr/>
                    <a:lstStyle/>
                    <a:p>
                      <a:r>
                        <a:rPr lang="en-JP" sz="1050">
                          <a:solidFill>
                            <a:schemeClr val="tx1"/>
                          </a:solidFill>
                        </a:rPr>
                        <a:t>標準偏差</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JP" sz="1050" b="0" i="0" u="none" strike="noStrike" cap="none">
                          <a:solidFill>
                            <a:schemeClr val="dk1"/>
                          </a:solidFill>
                          <a:effectLst/>
                          <a:latin typeface="+mn-lt"/>
                          <a:ea typeface="+mn-ea"/>
                          <a:cs typeface="+mn-cs"/>
                          <a:sym typeface="Arial"/>
                        </a:rPr>
                        <a:t>19.5877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98925569"/>
                  </a:ext>
                </a:extLst>
              </a:tr>
            </a:tbl>
          </a:graphicData>
        </a:graphic>
      </p:graphicFrame>
      <p:graphicFrame>
        <p:nvGraphicFramePr>
          <p:cNvPr id="12" name="Table 11">
            <a:extLst>
              <a:ext uri="{FF2B5EF4-FFF2-40B4-BE49-F238E27FC236}">
                <a16:creationId xmlns:a16="http://schemas.microsoft.com/office/drawing/2014/main" id="{015A4A52-0137-6F7C-4145-4647387D0275}"/>
              </a:ext>
            </a:extLst>
          </p:cNvPr>
          <p:cNvGraphicFramePr>
            <a:graphicFrameLocks noGrp="1"/>
          </p:cNvGraphicFramePr>
          <p:nvPr>
            <p:extLst>
              <p:ext uri="{D42A27DB-BD31-4B8C-83A1-F6EECF244321}">
                <p14:modId xmlns:p14="http://schemas.microsoft.com/office/powerpoint/2010/main" val="822070605"/>
              </p:ext>
            </p:extLst>
          </p:nvPr>
        </p:nvGraphicFramePr>
        <p:xfrm>
          <a:off x="455504" y="3738442"/>
          <a:ext cx="1782991" cy="1005840"/>
        </p:xfrm>
        <a:graphic>
          <a:graphicData uri="http://schemas.openxmlformats.org/drawingml/2006/table">
            <a:tbl>
              <a:tblPr firstRow="1" firstCol="1" bandRow="1">
                <a:tableStyleId>{5C22544A-7EE6-4342-B048-85BDC9FD1C3A}</a:tableStyleId>
              </a:tblPr>
              <a:tblGrid>
                <a:gridCol w="986745">
                  <a:extLst>
                    <a:ext uri="{9D8B030D-6E8A-4147-A177-3AD203B41FA5}">
                      <a16:colId xmlns:a16="http://schemas.microsoft.com/office/drawing/2014/main" val="308289008"/>
                    </a:ext>
                  </a:extLst>
                </a:gridCol>
                <a:gridCol w="796246">
                  <a:extLst>
                    <a:ext uri="{9D8B030D-6E8A-4147-A177-3AD203B41FA5}">
                      <a16:colId xmlns:a16="http://schemas.microsoft.com/office/drawing/2014/main" val="2259204813"/>
                    </a:ext>
                  </a:extLst>
                </a:gridCol>
              </a:tblGrid>
              <a:tr h="160855">
                <a:tc>
                  <a:txBody>
                    <a:bodyPr/>
                    <a:lstStyle/>
                    <a:p>
                      <a:r>
                        <a:rPr lang="en-JP" sz="1050">
                          <a:solidFill>
                            <a:schemeClr val="tx1"/>
                          </a:solidFill>
                        </a:rPr>
                        <a:t>対数変換(+e)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JP" sz="105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68986121"/>
                  </a:ext>
                </a:extLst>
              </a:tr>
              <a:tr h="176722">
                <a:tc>
                  <a:txBody>
                    <a:bodyPr/>
                    <a:lstStyle/>
                    <a:p>
                      <a:r>
                        <a:rPr lang="en-JP" sz="1050">
                          <a:solidFill>
                            <a:schemeClr val="tx1"/>
                          </a:solidFill>
                        </a:rPr>
                        <a:t>平均値</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JP" sz="1050" b="0" i="0" u="none" strike="noStrike" cap="none">
                          <a:solidFill>
                            <a:schemeClr val="dk1"/>
                          </a:solidFill>
                          <a:effectLst/>
                          <a:latin typeface="+mn-lt"/>
                          <a:ea typeface="+mn-ea"/>
                          <a:cs typeface="+mn-cs"/>
                          <a:sym typeface="Arial"/>
                        </a:rPr>
                        <a:t>1.5707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63833479"/>
                  </a:ext>
                </a:extLst>
              </a:tr>
              <a:tr h="0">
                <a:tc>
                  <a:txBody>
                    <a:bodyPr/>
                    <a:lstStyle/>
                    <a:p>
                      <a:r>
                        <a:rPr lang="en-JP" sz="1050">
                          <a:solidFill>
                            <a:schemeClr val="tx1"/>
                          </a:solidFill>
                        </a:rPr>
                        <a:t>中央値</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JP" sz="1050" b="0" i="0" u="none" strike="noStrike" cap="none">
                          <a:solidFill>
                            <a:schemeClr val="dk1"/>
                          </a:solidFill>
                          <a:effectLst/>
                          <a:latin typeface="+mn-lt"/>
                          <a:ea typeface="+mn-ea"/>
                          <a:cs typeface="+mn-cs"/>
                          <a:sym typeface="Arial"/>
                        </a:rPr>
                        <a:t>1.4017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66951843"/>
                  </a:ext>
                </a:extLst>
              </a:tr>
              <a:tr h="0">
                <a:tc>
                  <a:txBody>
                    <a:bodyPr/>
                    <a:lstStyle/>
                    <a:p>
                      <a:r>
                        <a:rPr lang="en-JP" sz="1050">
                          <a:solidFill>
                            <a:schemeClr val="tx1"/>
                          </a:solidFill>
                        </a:rPr>
                        <a:t>標準偏差</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JP" sz="1050" b="0" i="0" u="none" strike="noStrike" cap="none">
                          <a:solidFill>
                            <a:schemeClr val="dk1"/>
                          </a:solidFill>
                          <a:effectLst/>
                          <a:latin typeface="+mn-lt"/>
                          <a:ea typeface="+mn-ea"/>
                          <a:cs typeface="+mn-cs"/>
                          <a:sym typeface="Arial"/>
                        </a:rPr>
                        <a:t>0.5461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98925569"/>
                  </a:ext>
                </a:extLst>
              </a:tr>
            </a:tbl>
          </a:graphicData>
        </a:graphic>
      </p:graphicFrame>
      <p:sp>
        <p:nvSpPr>
          <p:cNvPr id="13" name="TextBox 12">
            <a:extLst>
              <a:ext uri="{FF2B5EF4-FFF2-40B4-BE49-F238E27FC236}">
                <a16:creationId xmlns:a16="http://schemas.microsoft.com/office/drawing/2014/main" id="{63D0C002-441C-FF36-7715-D07D9DD6C6D7}"/>
              </a:ext>
            </a:extLst>
          </p:cNvPr>
          <p:cNvSpPr txBox="1"/>
          <p:nvPr/>
        </p:nvSpPr>
        <p:spPr>
          <a:xfrm>
            <a:off x="455505" y="1335454"/>
            <a:ext cx="1230792" cy="584775"/>
          </a:xfrm>
          <a:prstGeom prst="rect">
            <a:avLst/>
          </a:prstGeom>
          <a:noFill/>
        </p:spPr>
        <p:txBody>
          <a:bodyPr wrap="square" rtlCol="0">
            <a:spAutoFit/>
          </a:bodyPr>
          <a:lstStyle/>
          <a:p>
            <a:r>
              <a:rPr lang="en-US" sz="1600"/>
              <a:t>o</a:t>
            </a:r>
            <a:r>
              <a:rPr lang="en-JP" sz="1600"/>
              <a:t>riginalの基本統計量</a:t>
            </a:r>
          </a:p>
        </p:txBody>
      </p:sp>
      <p:sp>
        <p:nvSpPr>
          <p:cNvPr id="14" name="TextBox 13">
            <a:extLst>
              <a:ext uri="{FF2B5EF4-FFF2-40B4-BE49-F238E27FC236}">
                <a16:creationId xmlns:a16="http://schemas.microsoft.com/office/drawing/2014/main" id="{AD5C9F1B-D357-3C61-DE7B-E3B33579A5F0}"/>
              </a:ext>
            </a:extLst>
          </p:cNvPr>
          <p:cNvSpPr txBox="1"/>
          <p:nvPr/>
        </p:nvSpPr>
        <p:spPr>
          <a:xfrm>
            <a:off x="455501" y="3153667"/>
            <a:ext cx="1587055" cy="584775"/>
          </a:xfrm>
          <a:prstGeom prst="rect">
            <a:avLst/>
          </a:prstGeom>
          <a:noFill/>
        </p:spPr>
        <p:txBody>
          <a:bodyPr wrap="square" rtlCol="0">
            <a:spAutoFit/>
          </a:bodyPr>
          <a:lstStyle/>
          <a:p>
            <a:r>
              <a:rPr lang="en-JP" sz="1600"/>
              <a:t>対数変換(+e)の基本統計量</a:t>
            </a:r>
          </a:p>
        </p:txBody>
      </p:sp>
      <p:sp>
        <p:nvSpPr>
          <p:cNvPr id="2" name="スライド番号プレースホルダー 1">
            <a:extLst>
              <a:ext uri="{FF2B5EF4-FFF2-40B4-BE49-F238E27FC236}">
                <a16:creationId xmlns:a16="http://schemas.microsoft.com/office/drawing/2014/main" id="{320F73BF-0D02-D7E0-D4F6-B9BCAA715136}"/>
              </a:ext>
            </a:extLst>
          </p:cNvPr>
          <p:cNvSpPr txBox="1">
            <a:spLocks/>
          </p:cNvSpPr>
          <p:nvPr/>
        </p:nvSpPr>
        <p:spPr>
          <a:xfrm>
            <a:off x="8655000" y="4659727"/>
            <a:ext cx="489000" cy="502500"/>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fld id="{00000000-1234-1234-1234-123412341234}" type="slidenum">
              <a:rPr lang="en" smtClean="0"/>
              <a:pPr/>
              <a:t>9</a:t>
            </a:fld>
            <a:endParaRPr lang="ja-JP" altLang="en-US"/>
          </a:p>
        </p:txBody>
      </p:sp>
    </p:spTree>
    <p:extLst>
      <p:ext uri="{BB962C8B-B14F-4D97-AF65-F5344CB8AC3E}">
        <p14:creationId xmlns:p14="http://schemas.microsoft.com/office/powerpoint/2010/main" val="39951696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TextBox 17">
            <a:extLst>
              <a:ext uri="{FF2B5EF4-FFF2-40B4-BE49-F238E27FC236}">
                <a16:creationId xmlns:a16="http://schemas.microsoft.com/office/drawing/2014/main" id="{B7A06E4A-75C6-AD69-3275-4AD1D5D71ABE}"/>
              </a:ext>
            </a:extLst>
          </p:cNvPr>
          <p:cNvSpPr txBox="1"/>
          <p:nvPr/>
        </p:nvSpPr>
        <p:spPr>
          <a:xfrm>
            <a:off x="644816" y="1517967"/>
            <a:ext cx="4022187" cy="892552"/>
          </a:xfrm>
          <a:prstGeom prst="rect">
            <a:avLst/>
          </a:prstGeom>
          <a:noFill/>
          <a:ln>
            <a:solidFill>
              <a:srgbClr val="000000"/>
            </a:solidFill>
          </a:ln>
        </p:spPr>
        <p:txBody>
          <a:bodyPr wrap="square" rtlCol="0">
            <a:spAutoFit/>
          </a:bodyPr>
          <a:lstStyle/>
          <a:p>
            <a:r>
              <a:rPr lang="en-JP" sz="2000"/>
              <a:t>適応度が高いスケール/確率分布</a:t>
            </a:r>
          </a:p>
          <a:p>
            <a:pPr marL="457200" indent="-457200">
              <a:buFont typeface="+mj-lt"/>
              <a:buAutoNum type="arabicPeriod"/>
            </a:pPr>
            <a:r>
              <a:rPr lang="en-JP" sz="1600"/>
              <a:t>original + Tweedie分布 or ZINB</a:t>
            </a:r>
          </a:p>
          <a:p>
            <a:pPr marL="457200" indent="-457200">
              <a:buFont typeface="+mj-lt"/>
              <a:buAutoNum type="arabicPeriod"/>
            </a:pPr>
            <a:r>
              <a:rPr lang="en-JP" sz="1600"/>
              <a:t>対数変換 + パレート分布</a:t>
            </a:r>
          </a:p>
        </p:txBody>
      </p:sp>
      <p:sp>
        <p:nvSpPr>
          <p:cNvPr id="19" name="TextBox 18">
            <a:extLst>
              <a:ext uri="{FF2B5EF4-FFF2-40B4-BE49-F238E27FC236}">
                <a16:creationId xmlns:a16="http://schemas.microsoft.com/office/drawing/2014/main" id="{6C2A1461-E60D-627B-E206-3832E1A32C87}"/>
              </a:ext>
            </a:extLst>
          </p:cNvPr>
          <p:cNvSpPr txBox="1"/>
          <p:nvPr/>
        </p:nvSpPr>
        <p:spPr>
          <a:xfrm>
            <a:off x="644816" y="2786563"/>
            <a:ext cx="4022187" cy="1877437"/>
          </a:xfrm>
          <a:prstGeom prst="rect">
            <a:avLst/>
          </a:prstGeom>
          <a:noFill/>
          <a:ln>
            <a:solidFill>
              <a:srgbClr val="000000"/>
            </a:solidFill>
          </a:ln>
        </p:spPr>
        <p:txBody>
          <a:bodyPr wrap="square" rtlCol="0">
            <a:spAutoFit/>
          </a:bodyPr>
          <a:lstStyle/>
          <a:p>
            <a:r>
              <a:rPr lang="en-JP" sz="2000"/>
              <a:t>課題と考察</a:t>
            </a:r>
          </a:p>
          <a:p>
            <a:pPr marL="285750" indent="-285750">
              <a:buFont typeface="Arial" panose="020B0604020202020204" pitchFamily="34" charset="0"/>
              <a:buChar char="•"/>
            </a:pPr>
            <a:r>
              <a:rPr lang="en-JP" sz="1600"/>
              <a:t>Tweedie分布 or ZINBは裾が指数関数的に減少する</a:t>
            </a:r>
          </a:p>
          <a:p>
            <a:pPr marL="285750" indent="-285750">
              <a:buFont typeface="Arial" panose="020B0604020202020204" pitchFamily="34" charset="0"/>
              <a:buChar char="•"/>
            </a:pPr>
            <a:r>
              <a:rPr lang="en-JP" sz="1600"/>
              <a:t>パレート分布はヘッドを捉えられていない印象</a:t>
            </a:r>
          </a:p>
          <a:p>
            <a:r>
              <a:rPr lang="en-JP" sz="1600">
                <a:solidFill>
                  <a:srgbClr val="FF0000"/>
                </a:solidFill>
              </a:rPr>
              <a:t>→ヘッドをTweedie分布 or ZINB，テールをパレート分布の混合分布が最良？</a:t>
            </a:r>
          </a:p>
        </p:txBody>
      </p:sp>
      <p:sp>
        <p:nvSpPr>
          <p:cNvPr id="20" name="Rectangle 19">
            <a:extLst>
              <a:ext uri="{FF2B5EF4-FFF2-40B4-BE49-F238E27FC236}">
                <a16:creationId xmlns:a16="http://schemas.microsoft.com/office/drawing/2014/main" id="{22E2A347-0EB4-ADA4-4D2B-2A1FDDE6B56C}"/>
              </a:ext>
            </a:extLst>
          </p:cNvPr>
          <p:cNvSpPr/>
          <p:nvPr/>
        </p:nvSpPr>
        <p:spPr>
          <a:xfrm>
            <a:off x="650875" y="292100"/>
            <a:ext cx="7334250" cy="84982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JP" sz="4000">
                <a:solidFill>
                  <a:schemeClr val="tx1"/>
                </a:solidFill>
              </a:rPr>
              <a:t>最適な確率分布の選定</a:t>
            </a:r>
          </a:p>
        </p:txBody>
      </p:sp>
      <p:pic>
        <p:nvPicPr>
          <p:cNvPr id="9" name="Picture 8" descr="A graph with a red line&#10;&#10;AI-generated content may be incorrect.">
            <a:extLst>
              <a:ext uri="{FF2B5EF4-FFF2-40B4-BE49-F238E27FC236}">
                <a16:creationId xmlns:a16="http://schemas.microsoft.com/office/drawing/2014/main" id="{0AE7BC96-EEE4-8514-CCAA-0E07F0540815}"/>
              </a:ext>
            </a:extLst>
          </p:cNvPr>
          <p:cNvPicPr>
            <a:picLocks noChangeAspect="1"/>
          </p:cNvPicPr>
          <p:nvPr/>
        </p:nvPicPr>
        <p:blipFill>
          <a:blip r:embed="rId3"/>
          <a:stretch>
            <a:fillRect/>
          </a:stretch>
        </p:blipFill>
        <p:spPr>
          <a:xfrm>
            <a:off x="5477410" y="1429817"/>
            <a:ext cx="3021774" cy="3021774"/>
          </a:xfrm>
          <a:prstGeom prst="rect">
            <a:avLst/>
          </a:prstGeom>
        </p:spPr>
      </p:pic>
      <p:sp>
        <p:nvSpPr>
          <p:cNvPr id="11" name="TextBox 10">
            <a:extLst>
              <a:ext uri="{FF2B5EF4-FFF2-40B4-BE49-F238E27FC236}">
                <a16:creationId xmlns:a16="http://schemas.microsoft.com/office/drawing/2014/main" id="{D2DC5F14-AC7B-CA8B-80AB-1DF9C17362CB}"/>
              </a:ext>
            </a:extLst>
          </p:cNvPr>
          <p:cNvSpPr txBox="1"/>
          <p:nvPr/>
        </p:nvSpPr>
        <p:spPr>
          <a:xfrm>
            <a:off x="5925176" y="4451591"/>
            <a:ext cx="2173795" cy="415498"/>
          </a:xfrm>
          <a:prstGeom prst="rect">
            <a:avLst/>
          </a:prstGeom>
          <a:noFill/>
        </p:spPr>
        <p:txBody>
          <a:bodyPr wrap="square" rtlCol="0">
            <a:spAutoFit/>
          </a:bodyPr>
          <a:lstStyle/>
          <a:p>
            <a:r>
              <a:rPr lang="en-JP" sz="1050"/>
              <a:t>Tweedie分布の尤度を最大にするpとΦの決定</a:t>
            </a:r>
          </a:p>
        </p:txBody>
      </p:sp>
      <p:sp>
        <p:nvSpPr>
          <p:cNvPr id="2" name="スライド番号プレースホルダー 1">
            <a:extLst>
              <a:ext uri="{FF2B5EF4-FFF2-40B4-BE49-F238E27FC236}">
                <a16:creationId xmlns:a16="http://schemas.microsoft.com/office/drawing/2014/main" id="{D4EEB492-B27A-6552-006C-CDE2D7A2D8D9}"/>
              </a:ext>
            </a:extLst>
          </p:cNvPr>
          <p:cNvSpPr txBox="1">
            <a:spLocks/>
          </p:cNvSpPr>
          <p:nvPr/>
        </p:nvSpPr>
        <p:spPr>
          <a:xfrm>
            <a:off x="8345421" y="4327957"/>
            <a:ext cx="489000" cy="502500"/>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fld id="{00000000-1234-1234-1234-123412341234}" type="slidenum">
              <a:rPr lang="en" smtClean="0"/>
              <a:pPr/>
              <a:t>10</a:t>
            </a:fld>
            <a:endParaRPr lang="ja-JP" altLang="en-US"/>
          </a:p>
        </p:txBody>
      </p:sp>
    </p:spTree>
    <p:extLst>
      <p:ext uri="{BB962C8B-B14F-4D97-AF65-F5344CB8AC3E}">
        <p14:creationId xmlns:p14="http://schemas.microsoft.com/office/powerpoint/2010/main" val="256610427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740319-BC46-1B93-56B2-8B49B2D46506}"/>
            </a:ext>
          </a:extLst>
        </p:cNvPr>
        <p:cNvGrpSpPr/>
        <p:nvPr/>
      </p:nvGrpSpPr>
      <p:grpSpPr>
        <a:xfrm>
          <a:off x="0" y="0"/>
          <a:ext cx="0" cy="0"/>
          <a:chOff x="0" y="0"/>
          <a:chExt cx="0" cy="0"/>
        </a:xfrm>
      </p:grpSpPr>
      <p:sp>
        <p:nvSpPr>
          <p:cNvPr id="18" name="TextBox 17">
            <a:extLst>
              <a:ext uri="{FF2B5EF4-FFF2-40B4-BE49-F238E27FC236}">
                <a16:creationId xmlns:a16="http://schemas.microsoft.com/office/drawing/2014/main" id="{9EDA2BA2-2758-9768-3718-8AA4C2782954}"/>
              </a:ext>
            </a:extLst>
          </p:cNvPr>
          <p:cNvSpPr txBox="1"/>
          <p:nvPr/>
        </p:nvSpPr>
        <p:spPr>
          <a:xfrm>
            <a:off x="653220" y="1517967"/>
            <a:ext cx="7535231" cy="2862322"/>
          </a:xfrm>
          <a:prstGeom prst="rect">
            <a:avLst/>
          </a:prstGeom>
          <a:noFill/>
          <a:ln>
            <a:noFill/>
          </a:ln>
        </p:spPr>
        <p:txBody>
          <a:bodyPr wrap="square" lIns="91440" tIns="45720" rIns="91440" bIns="45720" rtlCol="0" anchor="t">
            <a:spAutoFit/>
          </a:bodyPr>
          <a:lstStyle/>
          <a:p>
            <a:r>
              <a:rPr lang="ja-JP" altLang="en-US" sz="2000"/>
              <a:t>Tweedie分布の組み込み</a:t>
            </a:r>
          </a:p>
          <a:p>
            <a:endParaRPr lang="ja-JP" altLang="en-US" sz="2000"/>
          </a:p>
          <a:p>
            <a:r>
              <a:rPr lang="ja-JP" altLang="en-US" sz="2000"/>
              <a:t>そもそもTFTにTweedieを組み込む</a:t>
            </a:r>
          </a:p>
          <a:p>
            <a:r>
              <a:rPr lang="ja-JP" altLang="en-US" sz="2000"/>
              <a:t>ライブラリは存在しない</a:t>
            </a:r>
          </a:p>
          <a:p>
            <a:r>
              <a:rPr lang="ja-JP" altLang="en-US" sz="2000"/>
              <a:t>　→</a:t>
            </a:r>
            <a:r>
              <a:rPr lang="ja-JP" sz="2000"/>
              <a:t>PyTorch の </a:t>
            </a:r>
            <a:r>
              <a:rPr lang="ja-JP" sz="2000">
                <a:latin typeface="Consolas"/>
              </a:rPr>
              <a:t>F.tweedie_loss</a:t>
            </a:r>
            <a:r>
              <a:rPr lang="ja-JP" sz="2000"/>
              <a:t>を</a:t>
            </a:r>
            <a:endParaRPr lang="ja-JP" altLang="en-US" sz="2000"/>
          </a:p>
          <a:p>
            <a:r>
              <a:rPr lang="ja-JP" sz="2000"/>
              <a:t>　</a:t>
            </a:r>
            <a:r>
              <a:rPr lang="ja-JP" altLang="en-US" sz="2000"/>
              <a:t>　</a:t>
            </a:r>
            <a:r>
              <a:rPr lang="ja-JP" sz="2000"/>
              <a:t>利用して負の対数尤度を</a:t>
            </a:r>
            <a:endParaRPr lang="ja-JP" altLang="en-US" sz="2000"/>
          </a:p>
          <a:p>
            <a:r>
              <a:rPr lang="ja-JP" altLang="en-US" sz="2000"/>
              <a:t>　　</a:t>
            </a:r>
            <a:r>
              <a:rPr lang="ja-JP" sz="2000"/>
              <a:t>損失関数として実装</a:t>
            </a:r>
            <a:endParaRPr lang="ja-JP" altLang="en-US" sz="2000"/>
          </a:p>
          <a:p>
            <a:endParaRPr lang="ja-JP" sz="2000"/>
          </a:p>
          <a:p>
            <a:r>
              <a:rPr lang="ja-JP" altLang="en-US" sz="2000"/>
              <a:t>予測の誤差が最小になるようにする</a:t>
            </a:r>
          </a:p>
        </p:txBody>
      </p:sp>
      <p:sp>
        <p:nvSpPr>
          <p:cNvPr id="20" name="Rectangle 19">
            <a:extLst>
              <a:ext uri="{FF2B5EF4-FFF2-40B4-BE49-F238E27FC236}">
                <a16:creationId xmlns:a16="http://schemas.microsoft.com/office/drawing/2014/main" id="{4C41092B-F703-7197-C9AF-7E7A29106185}"/>
              </a:ext>
            </a:extLst>
          </p:cNvPr>
          <p:cNvSpPr/>
          <p:nvPr/>
        </p:nvSpPr>
        <p:spPr>
          <a:xfrm>
            <a:off x="650875" y="292100"/>
            <a:ext cx="7334250" cy="84982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ja-JP" altLang="en-US" sz="4000">
                <a:solidFill>
                  <a:schemeClr val="tx1"/>
                </a:solidFill>
                <a:ea typeface="ＭＳ Ｐゴシック"/>
                <a:cs typeface="Arial"/>
              </a:rPr>
              <a:t>TFTと損失関数</a:t>
            </a:r>
          </a:p>
        </p:txBody>
      </p:sp>
      <p:pic>
        <p:nvPicPr>
          <p:cNvPr id="3" name="図 2" descr="グラフ, 折れ線グラフ&#10;&#10;AI 生成コンテンツは間違っている可能性があります。">
            <a:extLst>
              <a:ext uri="{FF2B5EF4-FFF2-40B4-BE49-F238E27FC236}">
                <a16:creationId xmlns:a16="http://schemas.microsoft.com/office/drawing/2014/main" id="{E74D9DF5-BDA9-80AD-C92F-CAFEFC668239}"/>
              </a:ext>
            </a:extLst>
          </p:cNvPr>
          <p:cNvPicPr>
            <a:picLocks noChangeAspect="1"/>
          </p:cNvPicPr>
          <p:nvPr/>
        </p:nvPicPr>
        <p:blipFill>
          <a:blip r:embed="rId3"/>
          <a:stretch>
            <a:fillRect/>
          </a:stretch>
        </p:blipFill>
        <p:spPr>
          <a:xfrm>
            <a:off x="4958603" y="1975036"/>
            <a:ext cx="3924861" cy="2403663"/>
          </a:xfrm>
          <a:prstGeom prst="rect">
            <a:avLst/>
          </a:prstGeom>
        </p:spPr>
      </p:pic>
      <p:sp>
        <p:nvSpPr>
          <p:cNvPr id="6" name="スライド番号プレースホルダー 1">
            <a:extLst>
              <a:ext uri="{FF2B5EF4-FFF2-40B4-BE49-F238E27FC236}">
                <a16:creationId xmlns:a16="http://schemas.microsoft.com/office/drawing/2014/main" id="{A6C95BE1-5199-3158-D658-F569A9DA261D}"/>
              </a:ext>
            </a:extLst>
          </p:cNvPr>
          <p:cNvSpPr txBox="1">
            <a:spLocks/>
          </p:cNvSpPr>
          <p:nvPr/>
        </p:nvSpPr>
        <p:spPr>
          <a:xfrm>
            <a:off x="8345421" y="4327957"/>
            <a:ext cx="489000" cy="502500"/>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fld id="{00000000-1234-1234-1234-123412341234}" type="slidenum">
              <a:rPr lang="en" smtClean="0"/>
              <a:pPr/>
              <a:t>11</a:t>
            </a:fld>
            <a:endParaRPr lang="ja-JP" altLang="en-US"/>
          </a:p>
        </p:txBody>
      </p:sp>
    </p:spTree>
    <p:extLst>
      <p:ext uri="{BB962C8B-B14F-4D97-AF65-F5344CB8AC3E}">
        <p14:creationId xmlns:p14="http://schemas.microsoft.com/office/powerpoint/2010/main" val="41665497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8BB827-9374-3DF1-7CD5-F5CFA0403D16}"/>
            </a:ext>
          </a:extLst>
        </p:cNvPr>
        <p:cNvGrpSpPr/>
        <p:nvPr/>
      </p:nvGrpSpPr>
      <p:grpSpPr>
        <a:xfrm>
          <a:off x="0" y="0"/>
          <a:ext cx="0" cy="0"/>
          <a:chOff x="0" y="0"/>
          <a:chExt cx="0" cy="0"/>
        </a:xfrm>
      </p:grpSpPr>
      <p:sp>
        <p:nvSpPr>
          <p:cNvPr id="20" name="Rectangle 19">
            <a:extLst>
              <a:ext uri="{FF2B5EF4-FFF2-40B4-BE49-F238E27FC236}">
                <a16:creationId xmlns:a16="http://schemas.microsoft.com/office/drawing/2014/main" id="{58C3C655-0133-10A1-2DC9-9234988BA64A}"/>
              </a:ext>
            </a:extLst>
          </p:cNvPr>
          <p:cNvSpPr/>
          <p:nvPr/>
        </p:nvSpPr>
        <p:spPr>
          <a:xfrm>
            <a:off x="650875" y="292100"/>
            <a:ext cx="7334250" cy="84982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ja-JP" altLang="en-US" sz="4000">
                <a:solidFill>
                  <a:schemeClr val="tx1"/>
                </a:solidFill>
                <a:ea typeface="ＭＳ Ｐゴシック"/>
                <a:cs typeface="Arial"/>
              </a:rPr>
              <a:t>TFTと損失関数</a:t>
            </a:r>
          </a:p>
        </p:txBody>
      </p:sp>
      <p:sp>
        <p:nvSpPr>
          <p:cNvPr id="4" name="TextBox 17">
            <a:extLst>
              <a:ext uri="{FF2B5EF4-FFF2-40B4-BE49-F238E27FC236}">
                <a16:creationId xmlns:a16="http://schemas.microsoft.com/office/drawing/2014/main" id="{A9DBCB81-E111-65D4-4D4C-3FD42490E337}"/>
              </a:ext>
            </a:extLst>
          </p:cNvPr>
          <p:cNvSpPr txBox="1"/>
          <p:nvPr/>
        </p:nvSpPr>
        <p:spPr>
          <a:xfrm>
            <a:off x="653220" y="1517967"/>
            <a:ext cx="7535231" cy="3170099"/>
          </a:xfrm>
          <a:prstGeom prst="rect">
            <a:avLst/>
          </a:prstGeom>
          <a:noFill/>
          <a:ln>
            <a:noFill/>
          </a:ln>
        </p:spPr>
        <p:txBody>
          <a:bodyPr wrap="square" lIns="91440" tIns="45720" rIns="91440" bIns="45720" rtlCol="0" anchor="t">
            <a:spAutoFit/>
          </a:bodyPr>
          <a:lstStyle/>
          <a:p>
            <a:r>
              <a:rPr lang="ja-JP" altLang="en-US" sz="2000"/>
              <a:t>実装結果</a:t>
            </a:r>
          </a:p>
          <a:p>
            <a:r>
              <a:rPr lang="ja-JP" altLang="en-US" sz="2000"/>
              <a:t>0過剰のデータのため、Loss(損失)を最小にするために</a:t>
            </a:r>
          </a:p>
          <a:p>
            <a:r>
              <a:rPr lang="ja-JP" altLang="en-US" sz="2000"/>
              <a:t>データがすべて0で予測</a:t>
            </a:r>
          </a:p>
          <a:p>
            <a:endParaRPr lang="ja-JP" altLang="en-US" sz="2000"/>
          </a:p>
          <a:p>
            <a:r>
              <a:rPr lang="ja-JP" altLang="en-US" sz="2000"/>
              <a:t>損失関数を組み込む前の</a:t>
            </a:r>
          </a:p>
          <a:p>
            <a:r>
              <a:rPr lang="ja-JP" altLang="en-US" sz="2000"/>
              <a:t>TFTでは予測できていた</a:t>
            </a:r>
          </a:p>
          <a:p>
            <a:endParaRPr lang="ja-JP" altLang="en-US" sz="2000"/>
          </a:p>
          <a:p>
            <a:r>
              <a:rPr lang="ja-JP" altLang="en-US" sz="2000"/>
              <a:t>損失関数導入により0の</a:t>
            </a:r>
          </a:p>
          <a:p>
            <a:r>
              <a:rPr lang="ja-JP" altLang="en-US" sz="2000"/>
              <a:t>重要度が向上し、予測が</a:t>
            </a:r>
          </a:p>
          <a:p>
            <a:r>
              <a:rPr lang="ja-JP" altLang="en-US" sz="2000"/>
              <a:t>0のみの結果</a:t>
            </a:r>
          </a:p>
        </p:txBody>
      </p:sp>
      <p:pic>
        <p:nvPicPr>
          <p:cNvPr id="5" name="図 4" descr="グラフ&#10;&#10;AI 生成コンテンツは間違っている可能性があります。">
            <a:extLst>
              <a:ext uri="{FF2B5EF4-FFF2-40B4-BE49-F238E27FC236}">
                <a16:creationId xmlns:a16="http://schemas.microsoft.com/office/drawing/2014/main" id="{42A3BE24-A358-9058-777E-C9B1409387BA}"/>
              </a:ext>
            </a:extLst>
          </p:cNvPr>
          <p:cNvPicPr>
            <a:picLocks noChangeAspect="1"/>
          </p:cNvPicPr>
          <p:nvPr/>
        </p:nvPicPr>
        <p:blipFill>
          <a:blip r:embed="rId3"/>
          <a:stretch>
            <a:fillRect/>
          </a:stretch>
        </p:blipFill>
        <p:spPr>
          <a:xfrm>
            <a:off x="3588683" y="2336426"/>
            <a:ext cx="5084963" cy="2514974"/>
          </a:xfrm>
          <a:prstGeom prst="rect">
            <a:avLst/>
          </a:prstGeom>
        </p:spPr>
      </p:pic>
      <p:sp>
        <p:nvSpPr>
          <p:cNvPr id="2" name="スライド番号プレースホルダー 1">
            <a:extLst>
              <a:ext uri="{FF2B5EF4-FFF2-40B4-BE49-F238E27FC236}">
                <a16:creationId xmlns:a16="http://schemas.microsoft.com/office/drawing/2014/main" id="{0627FB92-2AD7-C954-4180-AC825D444C7D}"/>
              </a:ext>
            </a:extLst>
          </p:cNvPr>
          <p:cNvSpPr txBox="1">
            <a:spLocks/>
          </p:cNvSpPr>
          <p:nvPr/>
        </p:nvSpPr>
        <p:spPr>
          <a:xfrm>
            <a:off x="8655000" y="4641000"/>
            <a:ext cx="489000" cy="502500"/>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fld id="{00000000-1234-1234-1234-123412341234}" type="slidenum">
              <a:rPr lang="en" smtClean="0"/>
              <a:pPr/>
              <a:t>12</a:t>
            </a:fld>
            <a:endParaRPr lang="ja-JP" altLang="en-US"/>
          </a:p>
        </p:txBody>
      </p:sp>
    </p:spTree>
    <p:extLst>
      <p:ext uri="{BB962C8B-B14F-4D97-AF65-F5344CB8AC3E}">
        <p14:creationId xmlns:p14="http://schemas.microsoft.com/office/powerpoint/2010/main" val="55427973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42B694-4FAE-4EA1-89AB-A28C8C9D44D7}"/>
            </a:ext>
          </a:extLst>
        </p:cNvPr>
        <p:cNvGrpSpPr/>
        <p:nvPr/>
      </p:nvGrpSpPr>
      <p:grpSpPr>
        <a:xfrm>
          <a:off x="0" y="0"/>
          <a:ext cx="0" cy="0"/>
          <a:chOff x="0" y="0"/>
          <a:chExt cx="0" cy="0"/>
        </a:xfrm>
      </p:grpSpPr>
      <p:sp>
        <p:nvSpPr>
          <p:cNvPr id="20" name="Rectangle 19">
            <a:extLst>
              <a:ext uri="{FF2B5EF4-FFF2-40B4-BE49-F238E27FC236}">
                <a16:creationId xmlns:a16="http://schemas.microsoft.com/office/drawing/2014/main" id="{5D094532-3E4D-037F-1110-E7F9D7E4FD3E}"/>
              </a:ext>
            </a:extLst>
          </p:cNvPr>
          <p:cNvSpPr/>
          <p:nvPr/>
        </p:nvSpPr>
        <p:spPr>
          <a:xfrm>
            <a:off x="650875" y="292100"/>
            <a:ext cx="7334250" cy="84982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ja-JP" altLang="en-US" sz="4000">
                <a:solidFill>
                  <a:schemeClr val="tx1"/>
                </a:solidFill>
                <a:ea typeface="ＭＳ Ｐゴシック"/>
                <a:cs typeface="Arial"/>
              </a:rPr>
              <a:t>TFTと損失関数</a:t>
            </a:r>
          </a:p>
        </p:txBody>
      </p:sp>
      <p:sp>
        <p:nvSpPr>
          <p:cNvPr id="4" name="TextBox 17">
            <a:extLst>
              <a:ext uri="{FF2B5EF4-FFF2-40B4-BE49-F238E27FC236}">
                <a16:creationId xmlns:a16="http://schemas.microsoft.com/office/drawing/2014/main" id="{1BE55A7E-294B-C17F-EA96-9435A4542753}"/>
              </a:ext>
            </a:extLst>
          </p:cNvPr>
          <p:cNvSpPr txBox="1"/>
          <p:nvPr/>
        </p:nvSpPr>
        <p:spPr>
          <a:xfrm>
            <a:off x="653220" y="1517967"/>
            <a:ext cx="8148144" cy="3600986"/>
          </a:xfrm>
          <a:prstGeom prst="rect">
            <a:avLst/>
          </a:prstGeom>
          <a:noFill/>
          <a:ln>
            <a:noFill/>
          </a:ln>
        </p:spPr>
        <p:txBody>
          <a:bodyPr wrap="square" lIns="91440" tIns="45720" rIns="91440" bIns="45720" rtlCol="0" anchor="t">
            <a:spAutoFit/>
          </a:bodyPr>
          <a:lstStyle/>
          <a:p>
            <a:r>
              <a:rPr lang="ja-JP" altLang="en-US" sz="2000"/>
              <a:t>予測データが0になった理由として考えられること</a:t>
            </a:r>
          </a:p>
          <a:p>
            <a:endParaRPr lang="ja-JP" altLang="en-US" sz="2000"/>
          </a:p>
          <a:p>
            <a:r>
              <a:rPr lang="ja-JP" altLang="en-US" sz="2000"/>
              <a:t>損失関数を求める数式</a:t>
            </a:r>
          </a:p>
          <a:p>
            <a:endParaRPr lang="ja-JP" altLang="en-US" sz="2000"/>
          </a:p>
          <a:p>
            <a:endParaRPr lang="ja-JP" altLang="en-US" sz="2000"/>
          </a:p>
          <a:p>
            <a:endParaRPr lang="ja-JP" altLang="en-US" sz="2000"/>
          </a:p>
          <a:p>
            <a:endParaRPr lang="ja-JP" altLang="en-US" sz="2000"/>
          </a:p>
          <a:p>
            <a:r>
              <a:rPr lang="ja-JP" sz="2000"/>
              <a:t>ここで</a:t>
            </a:r>
            <a:r>
              <a:rPr lang="en-US" altLang="ja-JP" sz="2000"/>
              <a:t>y=0が多い(70%-90%)と学習内容が0に引っ張られ、</a:t>
            </a:r>
            <a:endParaRPr lang="en-US"/>
          </a:p>
          <a:p>
            <a:r>
              <a:rPr lang="en-US" altLang="ja-JP" sz="2000"/>
              <a:t>予測結果として0を算出すれば全体的な損失が少ないと判断された？</a:t>
            </a:r>
          </a:p>
          <a:p>
            <a:endParaRPr lang="en-US" altLang="ja-JP"/>
          </a:p>
          <a:p>
            <a:r>
              <a:rPr lang="en-US"/>
              <a:t>Y=（実際の売上）μ=（モデルの予測）p=（</a:t>
            </a:r>
            <a:r>
              <a:rPr lang="ja-JP" altLang="en-US"/>
              <a:t>分布のパラメータ</a:t>
            </a:r>
            <a:r>
              <a:rPr lang="en-US"/>
              <a:t>）</a:t>
            </a:r>
          </a:p>
          <a:p>
            <a:endParaRPr lang="en-US" altLang="ja-JP" sz="2000"/>
          </a:p>
        </p:txBody>
      </p:sp>
      <p:pic>
        <p:nvPicPr>
          <p:cNvPr id="2" name="図 1" descr="テキスト&#10;&#10;AI 生成コンテンツは間違っている可能性があります。">
            <a:extLst>
              <a:ext uri="{FF2B5EF4-FFF2-40B4-BE49-F238E27FC236}">
                <a16:creationId xmlns:a16="http://schemas.microsoft.com/office/drawing/2014/main" id="{6378F3F0-2126-B4DA-D851-D2B9B33C2100}"/>
              </a:ext>
            </a:extLst>
          </p:cNvPr>
          <p:cNvPicPr>
            <a:picLocks noChangeAspect="1"/>
          </p:cNvPicPr>
          <p:nvPr/>
        </p:nvPicPr>
        <p:blipFill>
          <a:blip r:embed="rId3"/>
          <a:stretch>
            <a:fillRect/>
          </a:stretch>
        </p:blipFill>
        <p:spPr>
          <a:xfrm>
            <a:off x="651221" y="2586039"/>
            <a:ext cx="6715125" cy="733425"/>
          </a:xfrm>
          <a:prstGeom prst="rect">
            <a:avLst/>
          </a:prstGeom>
        </p:spPr>
      </p:pic>
      <p:sp>
        <p:nvSpPr>
          <p:cNvPr id="3" name="スライド番号プレースホルダー 1">
            <a:extLst>
              <a:ext uri="{FF2B5EF4-FFF2-40B4-BE49-F238E27FC236}">
                <a16:creationId xmlns:a16="http://schemas.microsoft.com/office/drawing/2014/main" id="{E025EE87-BDFE-0699-9658-C814D67D03CB}"/>
              </a:ext>
            </a:extLst>
          </p:cNvPr>
          <p:cNvSpPr txBox="1">
            <a:spLocks/>
          </p:cNvSpPr>
          <p:nvPr/>
        </p:nvSpPr>
        <p:spPr>
          <a:xfrm>
            <a:off x="8345421" y="4327957"/>
            <a:ext cx="489000" cy="502500"/>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fld id="{00000000-1234-1234-1234-123412341234}" type="slidenum">
              <a:rPr lang="en" smtClean="0"/>
              <a:pPr/>
              <a:t>13</a:t>
            </a:fld>
            <a:endParaRPr lang="ja-JP" altLang="en-US"/>
          </a:p>
        </p:txBody>
      </p:sp>
    </p:spTree>
    <p:extLst>
      <p:ext uri="{BB962C8B-B14F-4D97-AF65-F5344CB8AC3E}">
        <p14:creationId xmlns:p14="http://schemas.microsoft.com/office/powerpoint/2010/main" val="248666241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2F914D-7195-B99B-958A-040EF645491E}"/>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62E77CC6-D7E5-084C-9C5F-D3E30BDF40AD}"/>
              </a:ext>
            </a:extLst>
          </p:cNvPr>
          <p:cNvSpPr/>
          <p:nvPr/>
        </p:nvSpPr>
        <p:spPr>
          <a:xfrm>
            <a:off x="650875" y="292100"/>
            <a:ext cx="7334250" cy="84982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ja-JP" altLang="en-US" sz="4000">
                <a:solidFill>
                  <a:schemeClr val="tx1"/>
                </a:solidFill>
                <a:ea typeface="ＭＳ Ｐゴシック"/>
                <a:cs typeface="Arial"/>
              </a:rPr>
              <a:t>別モデル検証</a:t>
            </a:r>
            <a:endParaRPr lang="ja-JP" sz="4000">
              <a:solidFill>
                <a:schemeClr val="tx1"/>
              </a:solidFill>
              <a:ea typeface="ＭＳ Ｐゴシック"/>
              <a:cs typeface="Arial"/>
            </a:endParaRPr>
          </a:p>
        </p:txBody>
      </p:sp>
      <p:sp>
        <p:nvSpPr>
          <p:cNvPr id="15" name="Google Shape;834;p83">
            <a:extLst>
              <a:ext uri="{FF2B5EF4-FFF2-40B4-BE49-F238E27FC236}">
                <a16:creationId xmlns:a16="http://schemas.microsoft.com/office/drawing/2014/main" id="{D5972C7C-DF9A-300B-1DF4-2C27788D6056}"/>
              </a:ext>
            </a:extLst>
          </p:cNvPr>
          <p:cNvSpPr txBox="1"/>
          <p:nvPr/>
        </p:nvSpPr>
        <p:spPr>
          <a:xfrm>
            <a:off x="356524" y="1595987"/>
            <a:ext cx="7865408" cy="3139291"/>
          </a:xfrm>
          <a:prstGeom prst="rect">
            <a:avLst/>
          </a:prstGeom>
          <a:noFill/>
          <a:ln>
            <a:noFill/>
          </a:ln>
        </p:spPr>
        <p:txBody>
          <a:bodyPr spcFirstLastPara="1" wrap="square" lIns="91425" tIns="91425" rIns="91425" bIns="91425" anchor="t" anchorCtr="0">
            <a:spAutoFit/>
          </a:bodyPr>
          <a:lstStyle/>
          <a:p>
            <a:pPr>
              <a:lnSpc>
                <a:spcPct val="80000"/>
              </a:lnSpc>
            </a:pPr>
            <a:r>
              <a:rPr lang="ja-JP" altLang="en" sz="2000">
                <a:solidFill>
                  <a:schemeClr val="dk1"/>
                </a:solidFill>
                <a:latin typeface="Lexend"/>
                <a:ea typeface="Lexend"/>
                <a:cs typeface="Lexend"/>
              </a:rPr>
              <a:t>使用モデル　N-Beats (GrounTS)</a:t>
            </a:r>
            <a:endParaRPr lang="en" altLang="ja-JP" sz="2000">
              <a:solidFill>
                <a:schemeClr val="dk1"/>
              </a:solidFill>
              <a:latin typeface="Lexend"/>
              <a:ea typeface="Lexend"/>
              <a:cs typeface="Lexend"/>
            </a:endParaRPr>
          </a:p>
          <a:p>
            <a:pPr>
              <a:lnSpc>
                <a:spcPct val="80000"/>
              </a:lnSpc>
            </a:pPr>
            <a:endParaRPr lang="ja-JP" altLang="en" sz="2000">
              <a:solidFill>
                <a:schemeClr val="dk1"/>
              </a:solidFill>
              <a:latin typeface="Lexend"/>
              <a:ea typeface="Lexend"/>
              <a:cs typeface="Lexend"/>
            </a:endParaRPr>
          </a:p>
          <a:p>
            <a:pPr>
              <a:lnSpc>
                <a:spcPct val="80000"/>
              </a:lnSpc>
            </a:pPr>
            <a:r>
              <a:rPr lang="ja-JP" altLang="en" sz="2000">
                <a:solidFill>
                  <a:schemeClr val="dk1"/>
                </a:solidFill>
                <a:latin typeface="Lexend"/>
                <a:ea typeface="Lexend"/>
                <a:cs typeface="Lexend"/>
              </a:rPr>
              <a:t>現状　書名の周期性が重要</a:t>
            </a:r>
          </a:p>
          <a:p>
            <a:pPr>
              <a:lnSpc>
                <a:spcPct val="80000"/>
              </a:lnSpc>
            </a:pPr>
            <a:r>
              <a:rPr lang="ja-JP" altLang="en" sz="2000">
                <a:solidFill>
                  <a:schemeClr val="dk1"/>
                </a:solidFill>
                <a:latin typeface="Lexend"/>
                <a:ea typeface="Lexend"/>
                <a:cs typeface="Lexend"/>
              </a:rPr>
              <a:t>　　　(正規化済み,Week7参照)</a:t>
            </a:r>
          </a:p>
          <a:p>
            <a:pPr>
              <a:lnSpc>
                <a:spcPct val="80000"/>
              </a:lnSpc>
            </a:pPr>
            <a:endParaRPr lang="ja-JP" altLang="en" sz="2000">
              <a:solidFill>
                <a:schemeClr val="dk1"/>
              </a:solidFill>
              <a:latin typeface="Lexend"/>
              <a:ea typeface="Lexend"/>
              <a:cs typeface="Lexend"/>
            </a:endParaRPr>
          </a:p>
          <a:p>
            <a:pPr>
              <a:lnSpc>
                <a:spcPct val="80000"/>
              </a:lnSpc>
            </a:pPr>
            <a:r>
              <a:rPr lang="ja-JP" altLang="en" sz="2000">
                <a:solidFill>
                  <a:schemeClr val="dk1"/>
                </a:solidFill>
                <a:latin typeface="Lexend"/>
                <a:ea typeface="Lexend"/>
                <a:cs typeface="Lexend"/>
              </a:rPr>
              <a:t>特徴　TFTはLightGBM等と比べて</a:t>
            </a:r>
          </a:p>
          <a:p>
            <a:pPr>
              <a:lnSpc>
                <a:spcPct val="80000"/>
              </a:lnSpc>
            </a:pPr>
            <a:r>
              <a:rPr lang="ja-JP" altLang="en" sz="2000">
                <a:solidFill>
                  <a:schemeClr val="dk1"/>
                </a:solidFill>
                <a:latin typeface="Lexend"/>
                <a:ea typeface="Lexend"/>
                <a:cs typeface="Lexend"/>
              </a:rPr>
              <a:t>　　　時系列データを保存できる</a:t>
            </a:r>
          </a:p>
          <a:p>
            <a:pPr>
              <a:lnSpc>
                <a:spcPct val="80000"/>
              </a:lnSpc>
            </a:pPr>
            <a:r>
              <a:rPr lang="ja-JP" altLang="en" sz="2000">
                <a:solidFill>
                  <a:schemeClr val="dk1"/>
                </a:solidFill>
                <a:latin typeface="Lexend"/>
                <a:ea typeface="Lexend"/>
                <a:cs typeface="Lexend"/>
              </a:rPr>
              <a:t>　　　N-BeatsはTFTよりも時系列</a:t>
            </a:r>
          </a:p>
          <a:p>
            <a:pPr>
              <a:lnSpc>
                <a:spcPct val="80000"/>
              </a:lnSpc>
            </a:pPr>
            <a:r>
              <a:rPr lang="ja-JP" altLang="en" sz="2000">
                <a:solidFill>
                  <a:schemeClr val="dk1"/>
                </a:solidFill>
                <a:latin typeface="Lexend"/>
                <a:ea typeface="Lexend"/>
                <a:cs typeface="Lexend"/>
              </a:rPr>
              <a:t>　　　データに強い</a:t>
            </a:r>
          </a:p>
          <a:p>
            <a:pPr>
              <a:lnSpc>
                <a:spcPct val="80000"/>
              </a:lnSpc>
            </a:pPr>
            <a:endParaRPr lang="ja-JP" altLang="en" sz="2000">
              <a:solidFill>
                <a:schemeClr val="dk1"/>
              </a:solidFill>
              <a:latin typeface="Lexend"/>
              <a:ea typeface="Lexend"/>
              <a:cs typeface="Lexend"/>
            </a:endParaRPr>
          </a:p>
          <a:p>
            <a:pPr>
              <a:lnSpc>
                <a:spcPct val="80000"/>
              </a:lnSpc>
            </a:pPr>
            <a:r>
              <a:rPr lang="ja-JP" altLang="en" sz="2000">
                <a:solidFill>
                  <a:schemeClr val="dk1"/>
                </a:solidFill>
                <a:latin typeface="Lexend"/>
                <a:ea typeface="Lexend"/>
                <a:cs typeface="Lexend"/>
              </a:rPr>
              <a:t>結果　N-Beatsは時系列&lt;&lt;&lt;季節性</a:t>
            </a:r>
          </a:p>
          <a:p>
            <a:pPr>
              <a:lnSpc>
                <a:spcPct val="80000"/>
              </a:lnSpc>
            </a:pPr>
            <a:r>
              <a:rPr lang="ja-JP" altLang="en" sz="2000">
                <a:solidFill>
                  <a:schemeClr val="dk1"/>
                </a:solidFill>
                <a:latin typeface="Lexend"/>
                <a:ea typeface="Lexend"/>
                <a:cs typeface="Lexend"/>
              </a:rPr>
              <a:t>　　　366日のデータ(1年)では精度が出ない</a:t>
            </a:r>
          </a:p>
        </p:txBody>
      </p:sp>
      <p:pic>
        <p:nvPicPr>
          <p:cNvPr id="2" name="図 1">
            <a:extLst>
              <a:ext uri="{FF2B5EF4-FFF2-40B4-BE49-F238E27FC236}">
                <a16:creationId xmlns:a16="http://schemas.microsoft.com/office/drawing/2014/main" id="{77AE6E17-F2DB-0C58-9C39-A2046134FE4E}"/>
              </a:ext>
            </a:extLst>
          </p:cNvPr>
          <p:cNvPicPr>
            <a:picLocks noChangeAspect="1"/>
          </p:cNvPicPr>
          <p:nvPr/>
        </p:nvPicPr>
        <p:blipFill>
          <a:blip r:embed="rId3"/>
          <a:stretch>
            <a:fillRect/>
          </a:stretch>
        </p:blipFill>
        <p:spPr>
          <a:xfrm>
            <a:off x="4574802" y="1599079"/>
            <a:ext cx="4490757" cy="2567267"/>
          </a:xfrm>
          <a:prstGeom prst="rect">
            <a:avLst/>
          </a:prstGeom>
        </p:spPr>
      </p:pic>
      <p:sp>
        <p:nvSpPr>
          <p:cNvPr id="4" name="スライド番号プレースホルダー 1">
            <a:extLst>
              <a:ext uri="{FF2B5EF4-FFF2-40B4-BE49-F238E27FC236}">
                <a16:creationId xmlns:a16="http://schemas.microsoft.com/office/drawing/2014/main" id="{E35EB539-EB4A-A69F-38FF-00638DB47D2B}"/>
              </a:ext>
            </a:extLst>
          </p:cNvPr>
          <p:cNvSpPr txBox="1">
            <a:spLocks/>
          </p:cNvSpPr>
          <p:nvPr/>
        </p:nvSpPr>
        <p:spPr>
          <a:xfrm>
            <a:off x="8345421" y="4327957"/>
            <a:ext cx="489000" cy="502500"/>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fld id="{00000000-1234-1234-1234-123412341234}" type="slidenum">
              <a:rPr lang="en" smtClean="0"/>
              <a:pPr/>
              <a:t>14</a:t>
            </a:fld>
            <a:endParaRPr lang="ja-JP" altLang="en-US"/>
          </a:p>
        </p:txBody>
      </p:sp>
    </p:spTree>
    <p:extLst>
      <p:ext uri="{BB962C8B-B14F-4D97-AF65-F5344CB8AC3E}">
        <p14:creationId xmlns:p14="http://schemas.microsoft.com/office/powerpoint/2010/main" val="423036950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6481C5-352D-2144-A903-059E63B828B1}"/>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B071E6BA-0F28-5906-08BB-F24AC2515BF2}"/>
              </a:ext>
            </a:extLst>
          </p:cNvPr>
          <p:cNvSpPr/>
          <p:nvPr/>
        </p:nvSpPr>
        <p:spPr>
          <a:xfrm>
            <a:off x="650875" y="292100"/>
            <a:ext cx="7334250" cy="84982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ja-JP" altLang="en-US" sz="4000">
                <a:solidFill>
                  <a:schemeClr val="tx1"/>
                </a:solidFill>
                <a:ea typeface="ＭＳ Ｐゴシック"/>
                <a:cs typeface="Arial"/>
              </a:rPr>
              <a:t>別モデル検証</a:t>
            </a:r>
            <a:endParaRPr lang="ja-JP" sz="4000">
              <a:solidFill>
                <a:schemeClr val="tx1"/>
              </a:solidFill>
              <a:ea typeface="ＭＳ Ｐゴシック"/>
              <a:cs typeface="Arial"/>
            </a:endParaRPr>
          </a:p>
        </p:txBody>
      </p:sp>
      <p:sp>
        <p:nvSpPr>
          <p:cNvPr id="15" name="Google Shape;834;p83">
            <a:extLst>
              <a:ext uri="{FF2B5EF4-FFF2-40B4-BE49-F238E27FC236}">
                <a16:creationId xmlns:a16="http://schemas.microsoft.com/office/drawing/2014/main" id="{34673A4A-226B-42F4-65D4-198279CBBD52}"/>
              </a:ext>
            </a:extLst>
          </p:cNvPr>
          <p:cNvSpPr txBox="1"/>
          <p:nvPr/>
        </p:nvSpPr>
        <p:spPr>
          <a:xfrm>
            <a:off x="356524" y="1595987"/>
            <a:ext cx="7865408" cy="3139291"/>
          </a:xfrm>
          <a:prstGeom prst="rect">
            <a:avLst/>
          </a:prstGeom>
          <a:noFill/>
          <a:ln>
            <a:noFill/>
          </a:ln>
        </p:spPr>
        <p:txBody>
          <a:bodyPr spcFirstLastPara="1" wrap="square" lIns="91425" tIns="91425" rIns="91425" bIns="91425" anchor="t" anchorCtr="0">
            <a:spAutoFit/>
          </a:bodyPr>
          <a:lstStyle/>
          <a:p>
            <a:pPr marL="0" lvl="0" indent="0" algn="l" rtl="0">
              <a:lnSpc>
                <a:spcPct val="80000"/>
              </a:lnSpc>
              <a:spcBef>
                <a:spcPts val="0"/>
              </a:spcBef>
              <a:spcAft>
                <a:spcPts val="0"/>
              </a:spcAft>
              <a:buNone/>
            </a:pPr>
            <a:r>
              <a:rPr lang="ja-JP" altLang="en" sz="2000">
                <a:solidFill>
                  <a:schemeClr val="dk1"/>
                </a:solidFill>
                <a:latin typeface="Lexend"/>
                <a:ea typeface="Lexend"/>
                <a:cs typeface="Lexend"/>
              </a:rPr>
              <a:t>N-Beatsではmxnetというライブラリを用いる</a:t>
            </a:r>
          </a:p>
          <a:p>
            <a:pPr>
              <a:lnSpc>
                <a:spcPct val="80000"/>
              </a:lnSpc>
            </a:pPr>
            <a:r>
              <a:rPr lang="ja-JP" altLang="en" sz="2000">
                <a:solidFill>
                  <a:schemeClr val="dk1"/>
                </a:solidFill>
                <a:latin typeface="Lexend"/>
                <a:ea typeface="Lexend"/>
                <a:cs typeface="Lexend"/>
              </a:rPr>
              <a:t>→mxnetが長期間メンテナンス/アップデートされていない</a:t>
            </a:r>
          </a:p>
          <a:p>
            <a:pPr>
              <a:lnSpc>
                <a:spcPct val="80000"/>
              </a:lnSpc>
            </a:pPr>
            <a:endParaRPr lang="ja-JP" altLang="en" sz="2000">
              <a:solidFill>
                <a:schemeClr val="dk1"/>
              </a:solidFill>
              <a:latin typeface="Lexend"/>
              <a:ea typeface="Lexend"/>
              <a:cs typeface="Lexend"/>
            </a:endParaRPr>
          </a:p>
          <a:p>
            <a:pPr>
              <a:lnSpc>
                <a:spcPct val="80000"/>
              </a:lnSpc>
            </a:pPr>
            <a:r>
              <a:rPr lang="ja-JP" altLang="en" sz="2000">
                <a:solidFill>
                  <a:schemeClr val="dk1"/>
                </a:solidFill>
                <a:latin typeface="Lexend"/>
                <a:ea typeface="Lexend"/>
                <a:cs typeface="Lexend"/>
              </a:rPr>
              <a:t>問題点</a:t>
            </a:r>
          </a:p>
          <a:p>
            <a:pPr>
              <a:lnSpc>
                <a:spcPct val="80000"/>
              </a:lnSpc>
            </a:pPr>
            <a:r>
              <a:rPr lang="ja-JP" altLang="en" sz="2000">
                <a:solidFill>
                  <a:schemeClr val="dk1"/>
                </a:solidFill>
                <a:latin typeface="Lexend"/>
                <a:ea typeface="Lexend"/>
                <a:cs typeface="Lexend"/>
              </a:rPr>
              <a:t>　使用している環境のpythonとの整合性がなく、既に存在する別</a:t>
            </a:r>
          </a:p>
          <a:p>
            <a:pPr>
              <a:lnSpc>
                <a:spcPct val="80000"/>
              </a:lnSpc>
            </a:pPr>
            <a:r>
              <a:rPr lang="ja-JP" altLang="en" sz="2000">
                <a:solidFill>
                  <a:schemeClr val="dk1"/>
                </a:solidFill>
                <a:latin typeface="Lexend"/>
                <a:ea typeface="Lexend"/>
                <a:cs typeface="Lexend"/>
              </a:rPr>
              <a:t>　ライブラリとの競合が発生</a:t>
            </a:r>
          </a:p>
          <a:p>
            <a:pPr>
              <a:lnSpc>
                <a:spcPct val="80000"/>
              </a:lnSpc>
            </a:pPr>
            <a:endParaRPr lang="ja-JP" altLang="en" sz="2000">
              <a:solidFill>
                <a:schemeClr val="dk1"/>
              </a:solidFill>
              <a:latin typeface="Lexend"/>
              <a:ea typeface="Lexend"/>
              <a:cs typeface="Lexend"/>
            </a:endParaRPr>
          </a:p>
          <a:p>
            <a:pPr>
              <a:lnSpc>
                <a:spcPct val="80000"/>
              </a:lnSpc>
            </a:pPr>
            <a:r>
              <a:rPr lang="ja-JP" altLang="en" sz="2000">
                <a:solidFill>
                  <a:schemeClr val="dk1"/>
                </a:solidFill>
                <a:latin typeface="Lexend"/>
                <a:ea typeface="Lexend"/>
                <a:cs typeface="Lexend"/>
              </a:rPr>
              <a:t>→競合によりライブラリのnumpyが破損</a:t>
            </a:r>
          </a:p>
          <a:p>
            <a:pPr>
              <a:lnSpc>
                <a:spcPct val="80000"/>
              </a:lnSpc>
            </a:pPr>
            <a:endParaRPr lang="ja-JP" altLang="en" sz="2000">
              <a:solidFill>
                <a:schemeClr val="dk1"/>
              </a:solidFill>
              <a:latin typeface="Lexend"/>
              <a:ea typeface="Lexend"/>
              <a:cs typeface="Lexend"/>
            </a:endParaRPr>
          </a:p>
          <a:p>
            <a:pPr>
              <a:lnSpc>
                <a:spcPct val="80000"/>
              </a:lnSpc>
            </a:pPr>
            <a:r>
              <a:rPr lang="ja-JP" altLang="en" sz="2000">
                <a:solidFill>
                  <a:schemeClr val="dk1"/>
                </a:solidFill>
                <a:latin typeface="Lexend"/>
                <a:ea typeface="Lexend"/>
                <a:cs typeface="Lexend"/>
              </a:rPr>
              <a:t>知見</a:t>
            </a:r>
          </a:p>
          <a:p>
            <a:pPr>
              <a:lnSpc>
                <a:spcPct val="80000"/>
              </a:lnSpc>
            </a:pPr>
            <a:r>
              <a:rPr lang="ja-JP" altLang="en" sz="2000">
                <a:solidFill>
                  <a:schemeClr val="dk1"/>
                </a:solidFill>
                <a:latin typeface="Lexend"/>
                <a:ea typeface="Lexend"/>
                <a:cs typeface="Lexend"/>
              </a:rPr>
              <a:t>　N-Beatsに限らず長期的な周期性が重要だと判明</a:t>
            </a:r>
          </a:p>
          <a:p>
            <a:pPr>
              <a:lnSpc>
                <a:spcPct val="80000"/>
              </a:lnSpc>
            </a:pPr>
            <a:r>
              <a:rPr lang="ja-JP" altLang="en" sz="2000">
                <a:solidFill>
                  <a:schemeClr val="dk1"/>
                </a:solidFill>
                <a:latin typeface="Lexend"/>
                <a:ea typeface="Lexend"/>
                <a:cs typeface="Lexend"/>
              </a:rPr>
              <a:t>　TFTのContext_Lengthの長さを調整/再確認する重要性が判明</a:t>
            </a:r>
          </a:p>
        </p:txBody>
      </p:sp>
      <p:sp>
        <p:nvSpPr>
          <p:cNvPr id="2" name="スライド番号プレースホルダー 1">
            <a:extLst>
              <a:ext uri="{FF2B5EF4-FFF2-40B4-BE49-F238E27FC236}">
                <a16:creationId xmlns:a16="http://schemas.microsoft.com/office/drawing/2014/main" id="{581AFB28-80EE-D633-8206-1CCE2869CCA9}"/>
              </a:ext>
            </a:extLst>
          </p:cNvPr>
          <p:cNvSpPr txBox="1">
            <a:spLocks/>
          </p:cNvSpPr>
          <p:nvPr/>
        </p:nvSpPr>
        <p:spPr>
          <a:xfrm>
            <a:off x="8345421" y="4327957"/>
            <a:ext cx="489000" cy="502500"/>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fld id="{00000000-1234-1234-1234-123412341234}" type="slidenum">
              <a:rPr lang="en" smtClean="0"/>
              <a:pPr/>
              <a:t>15</a:t>
            </a:fld>
            <a:endParaRPr lang="ja-JP" altLang="en-US"/>
          </a:p>
        </p:txBody>
      </p:sp>
    </p:spTree>
    <p:extLst>
      <p:ext uri="{BB962C8B-B14F-4D97-AF65-F5344CB8AC3E}">
        <p14:creationId xmlns:p14="http://schemas.microsoft.com/office/powerpoint/2010/main" val="310494677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718D05-A40C-8680-9EAA-12AE9C531872}"/>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05E31775-3F63-B67C-D4A2-E411FA3ED603}"/>
              </a:ext>
            </a:extLst>
          </p:cNvPr>
          <p:cNvSpPr/>
          <p:nvPr/>
        </p:nvSpPr>
        <p:spPr>
          <a:xfrm>
            <a:off x="789421" y="2146838"/>
            <a:ext cx="7334250" cy="84982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JP" sz="4000" b="1">
                <a:solidFill>
                  <a:srgbClr val="000000"/>
                </a:solidFill>
              </a:rPr>
              <a:t>偏相関分析</a:t>
            </a:r>
            <a:endParaRPr lang="en-JP" sz="4000">
              <a:solidFill>
                <a:srgbClr val="000000"/>
              </a:solidFill>
            </a:endParaRPr>
          </a:p>
        </p:txBody>
      </p:sp>
      <p:sp>
        <p:nvSpPr>
          <p:cNvPr id="2" name="スライド番号プレースホルダー 1">
            <a:extLst>
              <a:ext uri="{FF2B5EF4-FFF2-40B4-BE49-F238E27FC236}">
                <a16:creationId xmlns:a16="http://schemas.microsoft.com/office/drawing/2014/main" id="{71531CC3-B8E7-13E5-42C8-37D9885A4A0D}"/>
              </a:ext>
            </a:extLst>
          </p:cNvPr>
          <p:cNvSpPr txBox="1">
            <a:spLocks/>
          </p:cNvSpPr>
          <p:nvPr/>
        </p:nvSpPr>
        <p:spPr>
          <a:xfrm>
            <a:off x="8345421" y="4327957"/>
            <a:ext cx="489000" cy="502500"/>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fld id="{00000000-1234-1234-1234-123412341234}" type="slidenum">
              <a:rPr lang="en" smtClean="0"/>
              <a:pPr/>
              <a:t>16</a:t>
            </a:fld>
            <a:endParaRPr lang="ja-JP" altLang="en-US"/>
          </a:p>
        </p:txBody>
      </p:sp>
    </p:spTree>
    <p:extLst>
      <p:ext uri="{BB962C8B-B14F-4D97-AF65-F5344CB8AC3E}">
        <p14:creationId xmlns:p14="http://schemas.microsoft.com/office/powerpoint/2010/main" val="221978035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8A1C9D-8CA6-B42B-2BAB-0E82E963AF0A}"/>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EEF8867A-AD5D-1779-8F95-A737A4529DF3}"/>
              </a:ext>
            </a:extLst>
          </p:cNvPr>
          <p:cNvSpPr/>
          <p:nvPr/>
        </p:nvSpPr>
        <p:spPr>
          <a:xfrm>
            <a:off x="650875" y="292100"/>
            <a:ext cx="7334250" cy="84982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ja-JP" altLang="LID4096" sz="4000">
                <a:solidFill>
                  <a:schemeClr val="tx1"/>
                </a:solidFill>
                <a:cs typeface="Arial"/>
              </a:rPr>
              <a:t>偏相関分析</a:t>
            </a:r>
            <a:endParaRPr lang="en-JP" sz="4000">
              <a:solidFill>
                <a:schemeClr val="tx1"/>
              </a:solidFill>
            </a:endParaRPr>
          </a:p>
        </p:txBody>
      </p:sp>
      <p:sp>
        <p:nvSpPr>
          <p:cNvPr id="6" name="テキスト ボックス 5">
            <a:extLst>
              <a:ext uri="{FF2B5EF4-FFF2-40B4-BE49-F238E27FC236}">
                <a16:creationId xmlns:a16="http://schemas.microsoft.com/office/drawing/2014/main" id="{01B722AD-54E0-0A54-E60A-CA208CC3257D}"/>
              </a:ext>
            </a:extLst>
          </p:cNvPr>
          <p:cNvSpPr txBox="1"/>
          <p:nvPr/>
        </p:nvSpPr>
        <p:spPr>
          <a:xfrm>
            <a:off x="505425" y="2052010"/>
            <a:ext cx="3556753" cy="193899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ja-JP" altLang="en-US" sz="2000"/>
              <a:t>TFTの精度向上にデータ拡張が必要</a:t>
            </a:r>
          </a:p>
          <a:p>
            <a:endParaRPr lang="ja-JP" altLang="en-US" sz="2000"/>
          </a:p>
          <a:p>
            <a:r>
              <a:rPr lang="ja-JP" altLang="en-US" sz="2000"/>
              <a:t>→拡張したデータが有用かどうかの分析</a:t>
            </a:r>
          </a:p>
          <a:p>
            <a:endParaRPr lang="ja-JP" altLang="en-US" sz="2000"/>
          </a:p>
        </p:txBody>
      </p:sp>
      <p:pic>
        <p:nvPicPr>
          <p:cNvPr id="2" name="図 1" descr="テキスト&#10;&#10;AI 生成コンテンツは間違っている可能性があります。">
            <a:extLst>
              <a:ext uri="{FF2B5EF4-FFF2-40B4-BE49-F238E27FC236}">
                <a16:creationId xmlns:a16="http://schemas.microsoft.com/office/drawing/2014/main" id="{622C2F14-95A2-BF54-F94E-FF0845623000}"/>
              </a:ext>
            </a:extLst>
          </p:cNvPr>
          <p:cNvPicPr>
            <a:picLocks noChangeAspect="1"/>
          </p:cNvPicPr>
          <p:nvPr/>
        </p:nvPicPr>
        <p:blipFill>
          <a:blip r:embed="rId3"/>
          <a:stretch>
            <a:fillRect/>
          </a:stretch>
        </p:blipFill>
        <p:spPr>
          <a:xfrm>
            <a:off x="4324350" y="1711131"/>
            <a:ext cx="4419600" cy="2368939"/>
          </a:xfrm>
          <a:prstGeom prst="rect">
            <a:avLst/>
          </a:prstGeom>
        </p:spPr>
      </p:pic>
      <p:sp>
        <p:nvSpPr>
          <p:cNvPr id="5" name="スライド番号プレースホルダー 1">
            <a:extLst>
              <a:ext uri="{FF2B5EF4-FFF2-40B4-BE49-F238E27FC236}">
                <a16:creationId xmlns:a16="http://schemas.microsoft.com/office/drawing/2014/main" id="{6CE1FF80-EF86-7572-320C-41CDB26194F6}"/>
              </a:ext>
            </a:extLst>
          </p:cNvPr>
          <p:cNvSpPr txBox="1">
            <a:spLocks/>
          </p:cNvSpPr>
          <p:nvPr/>
        </p:nvSpPr>
        <p:spPr>
          <a:xfrm>
            <a:off x="8345421" y="4327957"/>
            <a:ext cx="489000" cy="502500"/>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fld id="{00000000-1234-1234-1234-123412341234}" type="slidenum">
              <a:rPr lang="en" smtClean="0"/>
              <a:pPr/>
              <a:t>17</a:t>
            </a:fld>
            <a:endParaRPr lang="ja-JP" altLang="en-US"/>
          </a:p>
        </p:txBody>
      </p:sp>
    </p:spTree>
    <p:extLst>
      <p:ext uri="{BB962C8B-B14F-4D97-AF65-F5344CB8AC3E}">
        <p14:creationId xmlns:p14="http://schemas.microsoft.com/office/powerpoint/2010/main" val="262175573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2742FA-7D2E-56C9-8A1D-988B575DC2B8}"/>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C1617B82-889C-1234-7043-38EBDEE8C61F}"/>
              </a:ext>
            </a:extLst>
          </p:cNvPr>
          <p:cNvSpPr/>
          <p:nvPr/>
        </p:nvSpPr>
        <p:spPr>
          <a:xfrm>
            <a:off x="650875" y="292100"/>
            <a:ext cx="7334250" cy="84982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ja-JP" altLang="LID4096" sz="4000">
                <a:solidFill>
                  <a:schemeClr val="tx1"/>
                </a:solidFill>
                <a:cs typeface="Arial"/>
              </a:rPr>
              <a:t>偏相関分析</a:t>
            </a:r>
            <a:endParaRPr lang="en-JP" sz="4000">
              <a:solidFill>
                <a:schemeClr val="tx1"/>
              </a:solidFill>
            </a:endParaRPr>
          </a:p>
        </p:txBody>
      </p:sp>
      <p:pic>
        <p:nvPicPr>
          <p:cNvPr id="2" name="図 1" descr="グラフ, 棒グラフ&#10;&#10;AI 生成コンテンツは間違っている可能性があります。">
            <a:extLst>
              <a:ext uri="{FF2B5EF4-FFF2-40B4-BE49-F238E27FC236}">
                <a16:creationId xmlns:a16="http://schemas.microsoft.com/office/drawing/2014/main" id="{B8FFF83C-0CAB-C443-0B2E-D389F06D66C9}"/>
              </a:ext>
            </a:extLst>
          </p:cNvPr>
          <p:cNvPicPr>
            <a:picLocks noChangeAspect="1"/>
          </p:cNvPicPr>
          <p:nvPr/>
        </p:nvPicPr>
        <p:blipFill>
          <a:blip r:embed="rId3"/>
          <a:stretch>
            <a:fillRect/>
          </a:stretch>
        </p:blipFill>
        <p:spPr>
          <a:xfrm>
            <a:off x="4183063" y="1403350"/>
            <a:ext cx="4505325" cy="3562350"/>
          </a:xfrm>
          <a:prstGeom prst="rect">
            <a:avLst/>
          </a:prstGeom>
        </p:spPr>
      </p:pic>
      <p:sp>
        <p:nvSpPr>
          <p:cNvPr id="4" name="テキスト ボックス 3">
            <a:extLst>
              <a:ext uri="{FF2B5EF4-FFF2-40B4-BE49-F238E27FC236}">
                <a16:creationId xmlns:a16="http://schemas.microsoft.com/office/drawing/2014/main" id="{A6A914A4-2CE9-BB6A-54ED-5540BE432651}"/>
              </a:ext>
            </a:extLst>
          </p:cNvPr>
          <p:cNvSpPr txBox="1"/>
          <p:nvPr/>
        </p:nvSpPr>
        <p:spPr>
          <a:xfrm>
            <a:off x="448837" y="1485772"/>
            <a:ext cx="3674553" cy="286232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ja-JP" altLang="en-US" sz="2000"/>
              <a:t>周辺施設数と大分類別売上の相関</a:t>
            </a:r>
          </a:p>
          <a:p>
            <a:endParaRPr lang="ja-JP" altLang="en-US" sz="2000"/>
          </a:p>
          <a:p>
            <a:pPr algn="l"/>
            <a:r>
              <a:rPr lang="ja-JP" altLang="en-US" sz="2000"/>
              <a:t>小・中学校、高校と</a:t>
            </a:r>
            <a:endParaRPr lang="ja-JP" sz="2000"/>
          </a:p>
          <a:p>
            <a:r>
              <a:rPr lang="ja-JP" altLang="en-US" sz="2000"/>
              <a:t>「ビジネス」「日記手帳」「経済」の相関あり</a:t>
            </a:r>
          </a:p>
          <a:p>
            <a:endParaRPr lang="ja-JP" altLang="en-US" sz="2000"/>
          </a:p>
          <a:p>
            <a:r>
              <a:rPr lang="ja-JP" altLang="en-US" sz="2000"/>
              <a:t>→第３の変数が影響しているのではという指摘</a:t>
            </a:r>
          </a:p>
        </p:txBody>
      </p:sp>
      <p:sp>
        <p:nvSpPr>
          <p:cNvPr id="5" name="スライド番号プレースホルダー 1">
            <a:extLst>
              <a:ext uri="{FF2B5EF4-FFF2-40B4-BE49-F238E27FC236}">
                <a16:creationId xmlns:a16="http://schemas.microsoft.com/office/drawing/2014/main" id="{17F0D779-D30A-B471-2894-FF43FDF8DA4C}"/>
              </a:ext>
            </a:extLst>
          </p:cNvPr>
          <p:cNvSpPr txBox="1">
            <a:spLocks/>
          </p:cNvSpPr>
          <p:nvPr/>
        </p:nvSpPr>
        <p:spPr>
          <a:xfrm>
            <a:off x="8345421" y="4327957"/>
            <a:ext cx="489000" cy="502500"/>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fld id="{00000000-1234-1234-1234-123412341234}" type="slidenum">
              <a:rPr lang="en" smtClean="0"/>
              <a:pPr/>
              <a:t>18</a:t>
            </a:fld>
            <a:endParaRPr lang="ja-JP" altLang="en-US"/>
          </a:p>
        </p:txBody>
      </p:sp>
    </p:spTree>
    <p:extLst>
      <p:ext uri="{BB962C8B-B14F-4D97-AF65-F5344CB8AC3E}">
        <p14:creationId xmlns:p14="http://schemas.microsoft.com/office/powerpoint/2010/main" val="225491268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079B16-64A5-7E66-2FD4-0405B36EA050}"/>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ECFEB87B-077C-9FE0-1A5F-B56322E9B0F8}"/>
              </a:ext>
            </a:extLst>
          </p:cNvPr>
          <p:cNvSpPr/>
          <p:nvPr/>
        </p:nvSpPr>
        <p:spPr>
          <a:xfrm>
            <a:off x="650875" y="292100"/>
            <a:ext cx="7334250" cy="84982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ja-JP" altLang="LID4096" sz="4000">
                <a:solidFill>
                  <a:schemeClr val="tx1"/>
                </a:solidFill>
                <a:cs typeface="Arial"/>
              </a:rPr>
              <a:t>偏相関分析</a:t>
            </a:r>
            <a:endParaRPr lang="en-JP" sz="4000">
              <a:solidFill>
                <a:schemeClr val="tx1"/>
              </a:solidFill>
            </a:endParaRPr>
          </a:p>
        </p:txBody>
      </p:sp>
      <p:pic>
        <p:nvPicPr>
          <p:cNvPr id="4" name="図 3">
            <a:extLst>
              <a:ext uri="{FF2B5EF4-FFF2-40B4-BE49-F238E27FC236}">
                <a16:creationId xmlns:a16="http://schemas.microsoft.com/office/drawing/2014/main" id="{80533751-26F9-E2E9-F044-6A31ADD2B31F}"/>
              </a:ext>
            </a:extLst>
          </p:cNvPr>
          <p:cNvPicPr>
            <a:picLocks noChangeAspect="1"/>
          </p:cNvPicPr>
          <p:nvPr/>
        </p:nvPicPr>
        <p:blipFill>
          <a:blip r:embed="rId3"/>
          <a:stretch>
            <a:fillRect/>
          </a:stretch>
        </p:blipFill>
        <p:spPr>
          <a:xfrm>
            <a:off x="2286000" y="2068513"/>
            <a:ext cx="3962400" cy="1285875"/>
          </a:xfrm>
          <a:prstGeom prst="rect">
            <a:avLst/>
          </a:prstGeom>
        </p:spPr>
      </p:pic>
      <p:sp>
        <p:nvSpPr>
          <p:cNvPr id="6" name="テキスト ボックス 5">
            <a:extLst>
              <a:ext uri="{FF2B5EF4-FFF2-40B4-BE49-F238E27FC236}">
                <a16:creationId xmlns:a16="http://schemas.microsoft.com/office/drawing/2014/main" id="{39D72F4E-6860-D0E2-C046-44463E423B71}"/>
              </a:ext>
            </a:extLst>
          </p:cNvPr>
          <p:cNvSpPr txBox="1"/>
          <p:nvPr/>
        </p:nvSpPr>
        <p:spPr>
          <a:xfrm>
            <a:off x="1159475" y="3423610"/>
            <a:ext cx="3105903" cy="163121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ja-JP" altLang="en-US" sz="2000"/>
              <a:t>ｒ</a:t>
            </a:r>
            <a:r>
              <a:rPr lang="ja-JP" altLang="en-US"/>
              <a:t>xy.z </a:t>
            </a:r>
            <a:r>
              <a:rPr lang="ja-JP" altLang="en-US" sz="2000"/>
              <a:t>:　偏相関係数</a:t>
            </a:r>
          </a:p>
          <a:p>
            <a:r>
              <a:rPr lang="ja-JP" altLang="en-US" sz="2000"/>
              <a:t>ｒ</a:t>
            </a:r>
            <a:r>
              <a:rPr lang="ja-JP"/>
              <a:t>xy </a:t>
            </a:r>
            <a:r>
              <a:rPr lang="ja-JP" altLang="en-US"/>
              <a:t>   </a:t>
            </a:r>
            <a:r>
              <a:rPr lang="ja-JP" altLang="en-US" sz="2000"/>
              <a:t>:　xとyの相関係数</a:t>
            </a:r>
          </a:p>
          <a:p>
            <a:r>
              <a:rPr lang="ja-JP" sz="2000"/>
              <a:t>ｒ</a:t>
            </a:r>
            <a:r>
              <a:rPr lang="ja-JP"/>
              <a:t>yz</a:t>
            </a:r>
            <a:r>
              <a:rPr lang="ja-JP" altLang="en-US"/>
              <a:t>    </a:t>
            </a:r>
            <a:r>
              <a:rPr lang="ja-JP" sz="2000"/>
              <a:t>:　</a:t>
            </a:r>
            <a:r>
              <a:rPr lang="en-US" altLang="ja-JP" sz="2000"/>
              <a:t>y</a:t>
            </a:r>
            <a:r>
              <a:rPr lang="ja-JP" sz="2000"/>
              <a:t>と</a:t>
            </a:r>
            <a:r>
              <a:rPr lang="en-US" altLang="ja-JP" sz="2000"/>
              <a:t>z</a:t>
            </a:r>
            <a:r>
              <a:rPr lang="ja-JP" sz="2000"/>
              <a:t>の相関係数</a:t>
            </a:r>
            <a:endParaRPr lang="ja-JP"/>
          </a:p>
          <a:p>
            <a:r>
              <a:rPr lang="ja-JP" altLang="en-US" sz="2000"/>
              <a:t>ｒ</a:t>
            </a:r>
            <a:r>
              <a:rPr lang="en-US" altLang="ja-JP" err="1"/>
              <a:t>xz</a:t>
            </a:r>
            <a:r>
              <a:rPr lang="ja-JP" altLang="en-US"/>
              <a:t>    </a:t>
            </a:r>
            <a:r>
              <a:rPr lang="en-US" altLang="ja-JP" sz="2000"/>
              <a:t>:</a:t>
            </a:r>
            <a:r>
              <a:rPr lang="ja-JP" altLang="en-US" sz="2000"/>
              <a:t>　</a:t>
            </a:r>
            <a:r>
              <a:rPr lang="en-US" altLang="ja-JP" sz="2000"/>
              <a:t>x</a:t>
            </a:r>
            <a:r>
              <a:rPr lang="ja-JP" altLang="en-US" sz="2000"/>
              <a:t>とzの相関係数</a:t>
            </a:r>
          </a:p>
          <a:p>
            <a:endParaRPr lang="ja-JP" altLang="en-US" sz="2000"/>
          </a:p>
        </p:txBody>
      </p:sp>
      <p:sp>
        <p:nvSpPr>
          <p:cNvPr id="7" name="テキスト ボックス 6">
            <a:extLst>
              <a:ext uri="{FF2B5EF4-FFF2-40B4-BE49-F238E27FC236}">
                <a16:creationId xmlns:a16="http://schemas.microsoft.com/office/drawing/2014/main" id="{8119A4A1-2A2E-D275-CE23-4ECFF94AECDE}"/>
              </a:ext>
            </a:extLst>
          </p:cNvPr>
          <p:cNvSpPr txBox="1"/>
          <p:nvPr/>
        </p:nvSpPr>
        <p:spPr>
          <a:xfrm>
            <a:off x="5232953" y="4039012"/>
            <a:ext cx="2609572"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ja-JP" altLang="en-US" sz="2000"/>
              <a:t>→残差の相関</a:t>
            </a:r>
          </a:p>
        </p:txBody>
      </p:sp>
      <p:sp>
        <p:nvSpPr>
          <p:cNvPr id="8" name="スライド番号プレースホルダー 1">
            <a:extLst>
              <a:ext uri="{FF2B5EF4-FFF2-40B4-BE49-F238E27FC236}">
                <a16:creationId xmlns:a16="http://schemas.microsoft.com/office/drawing/2014/main" id="{08803B13-A0FD-A1D0-B8C5-9C1543C120E7}"/>
              </a:ext>
            </a:extLst>
          </p:cNvPr>
          <p:cNvSpPr txBox="1">
            <a:spLocks/>
          </p:cNvSpPr>
          <p:nvPr/>
        </p:nvSpPr>
        <p:spPr>
          <a:xfrm>
            <a:off x="8345421" y="4327957"/>
            <a:ext cx="489000" cy="502500"/>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fld id="{00000000-1234-1234-1234-123412341234}" type="slidenum">
              <a:rPr lang="en" smtClean="0"/>
              <a:pPr/>
              <a:t>19</a:t>
            </a:fld>
            <a:endParaRPr lang="ja-JP" altLang="en-US"/>
          </a:p>
        </p:txBody>
      </p:sp>
      <p:sp>
        <p:nvSpPr>
          <p:cNvPr id="9" name="テキスト ボックス 8">
            <a:extLst>
              <a:ext uri="{FF2B5EF4-FFF2-40B4-BE49-F238E27FC236}">
                <a16:creationId xmlns:a16="http://schemas.microsoft.com/office/drawing/2014/main" id="{80F28CCF-1604-2793-4742-F257A17DF6B9}"/>
              </a:ext>
            </a:extLst>
          </p:cNvPr>
          <p:cNvSpPr txBox="1"/>
          <p:nvPr/>
        </p:nvSpPr>
        <p:spPr>
          <a:xfrm>
            <a:off x="997639" y="1479750"/>
            <a:ext cx="7141059"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ja-JP" altLang="en-US" sz="2000"/>
              <a:t>偏相関係数…第3の変数の影響を除いた相関係数</a:t>
            </a:r>
          </a:p>
        </p:txBody>
      </p:sp>
    </p:spTree>
    <p:extLst>
      <p:ext uri="{BB962C8B-B14F-4D97-AF65-F5344CB8AC3E}">
        <p14:creationId xmlns:p14="http://schemas.microsoft.com/office/powerpoint/2010/main" val="67500866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AB6932-8667-AE5B-699C-7CD372133812}"/>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143A8B22-871F-E1EC-2EEC-C9BA6A917C48}"/>
              </a:ext>
            </a:extLst>
          </p:cNvPr>
          <p:cNvSpPr/>
          <p:nvPr/>
        </p:nvSpPr>
        <p:spPr>
          <a:xfrm>
            <a:off x="650875" y="292100"/>
            <a:ext cx="7334250" cy="84982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ja-JP" altLang="LID4096" sz="4000">
                <a:solidFill>
                  <a:schemeClr val="tx1"/>
                </a:solidFill>
                <a:cs typeface="Arial"/>
              </a:rPr>
              <a:t>偏相関分析</a:t>
            </a:r>
            <a:endParaRPr lang="en-JP" sz="4000">
              <a:solidFill>
                <a:schemeClr val="tx1"/>
              </a:solidFill>
            </a:endParaRPr>
          </a:p>
        </p:txBody>
      </p:sp>
      <p:sp>
        <p:nvSpPr>
          <p:cNvPr id="4" name="テキスト ボックス 3">
            <a:extLst>
              <a:ext uri="{FF2B5EF4-FFF2-40B4-BE49-F238E27FC236}">
                <a16:creationId xmlns:a16="http://schemas.microsoft.com/office/drawing/2014/main" id="{E3712396-6630-8927-0534-6BD1CF6DDEEA}"/>
              </a:ext>
            </a:extLst>
          </p:cNvPr>
          <p:cNvSpPr txBox="1"/>
          <p:nvPr/>
        </p:nvSpPr>
        <p:spPr>
          <a:xfrm>
            <a:off x="658387" y="1593722"/>
            <a:ext cx="7338503" cy="224676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ja-JP" altLang="en-US" sz="2000"/>
              <a:t>相関があった大分類が「ビジネス」「経済」などであるため、親世代の数の影響が大きいと仮定</a:t>
            </a:r>
          </a:p>
          <a:p>
            <a:endParaRPr lang="ja-JP" altLang="en-US" sz="2000"/>
          </a:p>
          <a:p>
            <a:r>
              <a:rPr lang="ja-JP" altLang="en-US" sz="2000"/>
              <a:t>→メッシュ毎の子持ち世帯数のデータを追加</a:t>
            </a:r>
          </a:p>
          <a:p>
            <a:r>
              <a:rPr lang="ja-JP" altLang="en-US" sz="1800"/>
              <a:t>＊国勢調査(核家族世帯数ー2人世帯数）</a:t>
            </a:r>
          </a:p>
          <a:p>
            <a:endParaRPr lang="ja-JP" altLang="en-US" sz="2000"/>
          </a:p>
          <a:p>
            <a:r>
              <a:rPr lang="ja-JP" altLang="en-US" sz="2000"/>
              <a:t>片親の考慮ができていないため、データ変更の余地あり</a:t>
            </a:r>
          </a:p>
        </p:txBody>
      </p:sp>
      <p:sp>
        <p:nvSpPr>
          <p:cNvPr id="2" name="スライド番号プレースホルダー 1">
            <a:extLst>
              <a:ext uri="{FF2B5EF4-FFF2-40B4-BE49-F238E27FC236}">
                <a16:creationId xmlns:a16="http://schemas.microsoft.com/office/drawing/2014/main" id="{B55FE5E9-1C9A-348D-7E86-7B50CC4E7684}"/>
              </a:ext>
            </a:extLst>
          </p:cNvPr>
          <p:cNvSpPr txBox="1">
            <a:spLocks/>
          </p:cNvSpPr>
          <p:nvPr/>
        </p:nvSpPr>
        <p:spPr>
          <a:xfrm>
            <a:off x="8345421" y="4327957"/>
            <a:ext cx="489000" cy="502500"/>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fld id="{00000000-1234-1234-1234-123412341234}" type="slidenum">
              <a:rPr lang="en" smtClean="0"/>
              <a:pPr/>
              <a:t>20</a:t>
            </a:fld>
            <a:endParaRPr lang="ja-JP" altLang="en-US"/>
          </a:p>
        </p:txBody>
      </p:sp>
    </p:spTree>
    <p:extLst>
      <p:ext uri="{BB962C8B-B14F-4D97-AF65-F5344CB8AC3E}">
        <p14:creationId xmlns:p14="http://schemas.microsoft.com/office/powerpoint/2010/main" val="384403521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06B5E7-8245-5B12-EF7E-F55C92D824A8}"/>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C400E708-1BD2-B68F-91B5-3411E3BFA1DE}"/>
              </a:ext>
            </a:extLst>
          </p:cNvPr>
          <p:cNvSpPr/>
          <p:nvPr/>
        </p:nvSpPr>
        <p:spPr>
          <a:xfrm>
            <a:off x="650875" y="292100"/>
            <a:ext cx="7334250" cy="84982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ja-JP" altLang="LID4096" sz="4000">
                <a:solidFill>
                  <a:schemeClr val="tx1"/>
                </a:solidFill>
                <a:cs typeface="Arial"/>
              </a:rPr>
              <a:t>偏相関分析</a:t>
            </a:r>
            <a:endParaRPr lang="en-JP" sz="4000">
              <a:solidFill>
                <a:schemeClr val="tx1"/>
              </a:solidFill>
            </a:endParaRPr>
          </a:p>
        </p:txBody>
      </p:sp>
      <p:grpSp>
        <p:nvGrpSpPr>
          <p:cNvPr id="7" name="グループ化 6">
            <a:extLst>
              <a:ext uri="{FF2B5EF4-FFF2-40B4-BE49-F238E27FC236}">
                <a16:creationId xmlns:a16="http://schemas.microsoft.com/office/drawing/2014/main" id="{012E588C-3F03-2C98-DDBB-EE788A0DE5AA}"/>
              </a:ext>
            </a:extLst>
          </p:cNvPr>
          <p:cNvGrpSpPr/>
          <p:nvPr/>
        </p:nvGrpSpPr>
        <p:grpSpPr>
          <a:xfrm>
            <a:off x="3785507" y="1970529"/>
            <a:ext cx="5358493" cy="2253809"/>
            <a:chOff x="2822122" y="1750094"/>
            <a:chExt cx="6321878" cy="2278301"/>
          </a:xfrm>
        </p:grpSpPr>
        <p:pic>
          <p:nvPicPr>
            <p:cNvPr id="5" name="図 4" descr="グラフ, 棒グラフ&#10;&#10;AI 生成コンテンツは間違っている可能性があります。">
              <a:extLst>
                <a:ext uri="{FF2B5EF4-FFF2-40B4-BE49-F238E27FC236}">
                  <a16:creationId xmlns:a16="http://schemas.microsoft.com/office/drawing/2014/main" id="{224CF3FE-DD68-6BBE-9C50-C1BABB881725}"/>
                </a:ext>
              </a:extLst>
            </p:cNvPr>
            <p:cNvPicPr>
              <a:picLocks noChangeAspect="1"/>
            </p:cNvPicPr>
            <p:nvPr/>
          </p:nvPicPr>
          <p:blipFill>
            <a:blip r:embed="rId3"/>
            <a:stretch>
              <a:fillRect/>
            </a:stretch>
          </p:blipFill>
          <p:spPr>
            <a:xfrm>
              <a:off x="3135085" y="1750094"/>
              <a:ext cx="6008915" cy="1773940"/>
            </a:xfrm>
            <a:prstGeom prst="rect">
              <a:avLst/>
            </a:prstGeom>
          </p:spPr>
        </p:pic>
        <p:pic>
          <p:nvPicPr>
            <p:cNvPr id="6" name="図 5">
              <a:extLst>
                <a:ext uri="{FF2B5EF4-FFF2-40B4-BE49-F238E27FC236}">
                  <a16:creationId xmlns:a16="http://schemas.microsoft.com/office/drawing/2014/main" id="{C2AE7ABB-704A-BDBB-4413-68E8A05ADD24}"/>
                </a:ext>
              </a:extLst>
            </p:cNvPr>
            <p:cNvPicPr>
              <a:picLocks noChangeAspect="1"/>
            </p:cNvPicPr>
            <p:nvPr/>
          </p:nvPicPr>
          <p:blipFill>
            <a:blip r:embed="rId4"/>
            <a:stretch>
              <a:fillRect/>
            </a:stretch>
          </p:blipFill>
          <p:spPr>
            <a:xfrm>
              <a:off x="2822122" y="3188834"/>
              <a:ext cx="5255078" cy="839561"/>
            </a:xfrm>
            <a:prstGeom prst="rect">
              <a:avLst/>
            </a:prstGeom>
          </p:spPr>
        </p:pic>
      </p:grpSp>
      <p:sp>
        <p:nvSpPr>
          <p:cNvPr id="8" name="フレーム 7">
            <a:extLst>
              <a:ext uri="{FF2B5EF4-FFF2-40B4-BE49-F238E27FC236}">
                <a16:creationId xmlns:a16="http://schemas.microsoft.com/office/drawing/2014/main" id="{36D86AFC-E838-FB0C-4B7D-D8DB2B4A4667}"/>
              </a:ext>
            </a:extLst>
          </p:cNvPr>
          <p:cNvSpPr/>
          <p:nvPr/>
        </p:nvSpPr>
        <p:spPr>
          <a:xfrm>
            <a:off x="6453236" y="2104702"/>
            <a:ext cx="214375" cy="687945"/>
          </a:xfrm>
          <a:prstGeom prst="frame">
            <a:avLst/>
          </a:prstGeom>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a:solidFill>
                <a:schemeClr val="tx1"/>
              </a:solidFill>
            </a:endParaRPr>
          </a:p>
        </p:txBody>
      </p:sp>
      <p:sp>
        <p:nvSpPr>
          <p:cNvPr id="9" name="フレーム 8">
            <a:extLst>
              <a:ext uri="{FF2B5EF4-FFF2-40B4-BE49-F238E27FC236}">
                <a16:creationId xmlns:a16="http://schemas.microsoft.com/office/drawing/2014/main" id="{417FEFC9-334E-DFE9-9467-3813D0F80CAF}"/>
              </a:ext>
            </a:extLst>
          </p:cNvPr>
          <p:cNvSpPr/>
          <p:nvPr/>
        </p:nvSpPr>
        <p:spPr>
          <a:xfrm>
            <a:off x="4902021" y="2104702"/>
            <a:ext cx="214375" cy="687945"/>
          </a:xfrm>
          <a:prstGeom prst="frame">
            <a:avLst/>
          </a:prstGeom>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a:solidFill>
                <a:schemeClr val="tx1"/>
              </a:solidFill>
            </a:endParaRPr>
          </a:p>
        </p:txBody>
      </p:sp>
      <p:sp>
        <p:nvSpPr>
          <p:cNvPr id="10" name="フレーム 9">
            <a:extLst>
              <a:ext uri="{FF2B5EF4-FFF2-40B4-BE49-F238E27FC236}">
                <a16:creationId xmlns:a16="http://schemas.microsoft.com/office/drawing/2014/main" id="{5D57C1A0-01ED-6188-F45F-8A4D487DA107}"/>
              </a:ext>
            </a:extLst>
          </p:cNvPr>
          <p:cNvSpPr/>
          <p:nvPr/>
        </p:nvSpPr>
        <p:spPr>
          <a:xfrm>
            <a:off x="7408457" y="2104702"/>
            <a:ext cx="214375" cy="687945"/>
          </a:xfrm>
          <a:prstGeom prst="frame">
            <a:avLst/>
          </a:prstGeom>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a:solidFill>
                <a:schemeClr val="tx1"/>
              </a:solidFill>
            </a:endParaRPr>
          </a:p>
        </p:txBody>
      </p:sp>
      <p:sp>
        <p:nvSpPr>
          <p:cNvPr id="2" name="テキスト ボックス 1">
            <a:extLst>
              <a:ext uri="{FF2B5EF4-FFF2-40B4-BE49-F238E27FC236}">
                <a16:creationId xmlns:a16="http://schemas.microsoft.com/office/drawing/2014/main" id="{7E97549A-BE98-C061-D230-38B3C0E49717}"/>
              </a:ext>
            </a:extLst>
          </p:cNvPr>
          <p:cNvSpPr txBox="1"/>
          <p:nvPr/>
        </p:nvSpPr>
        <p:spPr>
          <a:xfrm>
            <a:off x="523665" y="1662304"/>
            <a:ext cx="3527916" cy="31700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ja-JP" altLang="en-US" sz="2000"/>
              <a:t>小・中学校に注目</a:t>
            </a:r>
          </a:p>
          <a:p>
            <a:endParaRPr lang="ja-JP" altLang="en-US" sz="2000"/>
          </a:p>
          <a:p>
            <a:r>
              <a:rPr lang="ja-JP" altLang="en-US" sz="2000"/>
              <a:t>「ビジネス」「日記手帳」</a:t>
            </a:r>
          </a:p>
          <a:p>
            <a:pPr algn="l"/>
            <a:r>
              <a:rPr lang="ja-JP" altLang="en-US" sz="2000"/>
              <a:t>「経済」は弱い相関に</a:t>
            </a:r>
          </a:p>
          <a:p>
            <a:endParaRPr lang="ja-JP" altLang="en-US" sz="2000"/>
          </a:p>
          <a:p>
            <a:r>
              <a:rPr lang="ja-JP" altLang="en-US" sz="2000"/>
              <a:t>「コミック」「ゲーム攻略本」などの相関が多少強まった</a:t>
            </a:r>
          </a:p>
          <a:p>
            <a:endParaRPr lang="ja-JP" altLang="en-US" sz="2000"/>
          </a:p>
          <a:p>
            <a:r>
              <a:rPr lang="ja-JP" altLang="en-US" sz="2000"/>
              <a:t>→子持ち世帯数の影響あり</a:t>
            </a:r>
          </a:p>
        </p:txBody>
      </p:sp>
      <p:sp>
        <p:nvSpPr>
          <p:cNvPr id="4" name="スライド番号プレースホルダー 1">
            <a:extLst>
              <a:ext uri="{FF2B5EF4-FFF2-40B4-BE49-F238E27FC236}">
                <a16:creationId xmlns:a16="http://schemas.microsoft.com/office/drawing/2014/main" id="{9810609C-7216-E4FD-7409-E31CE60D6F4E}"/>
              </a:ext>
            </a:extLst>
          </p:cNvPr>
          <p:cNvSpPr txBox="1">
            <a:spLocks/>
          </p:cNvSpPr>
          <p:nvPr/>
        </p:nvSpPr>
        <p:spPr>
          <a:xfrm>
            <a:off x="8345421" y="4327957"/>
            <a:ext cx="489000" cy="502500"/>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fld id="{00000000-1234-1234-1234-123412341234}" type="slidenum">
              <a:rPr lang="en" smtClean="0"/>
              <a:pPr/>
              <a:t>21</a:t>
            </a:fld>
            <a:endParaRPr lang="ja-JP" altLang="en-US"/>
          </a:p>
        </p:txBody>
      </p:sp>
    </p:spTree>
    <p:extLst>
      <p:ext uri="{BB962C8B-B14F-4D97-AF65-F5344CB8AC3E}">
        <p14:creationId xmlns:p14="http://schemas.microsoft.com/office/powerpoint/2010/main" val="245794377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CAF8BA-0C48-302C-DBEC-6DE84E43A3BA}"/>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4C429494-7809-E908-5B36-3AA60135CB9C}"/>
              </a:ext>
            </a:extLst>
          </p:cNvPr>
          <p:cNvSpPr/>
          <p:nvPr/>
        </p:nvSpPr>
        <p:spPr>
          <a:xfrm>
            <a:off x="650875" y="292100"/>
            <a:ext cx="7334250" cy="84982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ja-JP" altLang="en-US" sz="4000">
                <a:solidFill>
                  <a:schemeClr val="tx1"/>
                </a:solidFill>
                <a:ea typeface="ＭＳ Ｐゴシック"/>
                <a:cs typeface="Arial"/>
              </a:rPr>
              <a:t>相関</a:t>
            </a:r>
            <a:r>
              <a:rPr lang="ja-JP" sz="4000">
                <a:solidFill>
                  <a:schemeClr val="tx1"/>
                </a:solidFill>
                <a:ea typeface="ＭＳ Ｐゴシック"/>
                <a:cs typeface="Arial"/>
              </a:rPr>
              <a:t>分析</a:t>
            </a:r>
            <a:endParaRPr lang="en-JP" sz="4000">
              <a:solidFill>
                <a:schemeClr val="tx1"/>
              </a:solidFill>
              <a:ea typeface="ＭＳ Ｐゴシック"/>
            </a:endParaRPr>
          </a:p>
        </p:txBody>
      </p:sp>
      <p:sp>
        <p:nvSpPr>
          <p:cNvPr id="4" name="テキスト ボックス 3">
            <a:extLst>
              <a:ext uri="{FF2B5EF4-FFF2-40B4-BE49-F238E27FC236}">
                <a16:creationId xmlns:a16="http://schemas.microsoft.com/office/drawing/2014/main" id="{6E56E0F9-ADC1-BB67-6DED-936FC61A7F35}"/>
              </a:ext>
            </a:extLst>
          </p:cNvPr>
          <p:cNvSpPr txBox="1"/>
          <p:nvPr/>
        </p:nvSpPr>
        <p:spPr>
          <a:xfrm>
            <a:off x="544087" y="1504822"/>
            <a:ext cx="4366703" cy="224676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ja-JP" altLang="en-US" sz="2000"/>
              <a:t>交通施設距離と総売り上げの相関</a:t>
            </a:r>
          </a:p>
          <a:p>
            <a:endParaRPr lang="ja-JP" altLang="en-US" sz="2000"/>
          </a:p>
          <a:p>
            <a:r>
              <a:rPr lang="ja-JP" altLang="en-US" sz="2000"/>
              <a:t>バス距離、駅距離ともに相関が得られなかった。</a:t>
            </a:r>
          </a:p>
          <a:p>
            <a:endParaRPr lang="ja-JP" altLang="en-US" sz="2000"/>
          </a:p>
          <a:p>
            <a:r>
              <a:rPr lang="ja-JP" altLang="en-US" sz="2000"/>
              <a:t>→ユーザのメインアクセス方法との距離との相関は？</a:t>
            </a:r>
          </a:p>
        </p:txBody>
      </p:sp>
      <p:pic>
        <p:nvPicPr>
          <p:cNvPr id="2" name="図 1" descr="グラフ, 散布図&#10;&#10;AI 生成コンテンツは間違っている可能性があります。">
            <a:extLst>
              <a:ext uri="{FF2B5EF4-FFF2-40B4-BE49-F238E27FC236}">
                <a16:creationId xmlns:a16="http://schemas.microsoft.com/office/drawing/2014/main" id="{5CDECF7A-19DF-1919-8C04-F43C3049C552}"/>
              </a:ext>
            </a:extLst>
          </p:cNvPr>
          <p:cNvPicPr>
            <a:picLocks noChangeAspect="1"/>
          </p:cNvPicPr>
          <p:nvPr/>
        </p:nvPicPr>
        <p:blipFill>
          <a:blip r:embed="rId3"/>
          <a:stretch>
            <a:fillRect/>
          </a:stretch>
        </p:blipFill>
        <p:spPr>
          <a:xfrm>
            <a:off x="4978400" y="1282700"/>
            <a:ext cx="3175000" cy="1962150"/>
          </a:xfrm>
          <a:prstGeom prst="rect">
            <a:avLst/>
          </a:prstGeom>
        </p:spPr>
      </p:pic>
      <p:pic>
        <p:nvPicPr>
          <p:cNvPr id="5" name="図 4" descr="グラフ, 散布図&#10;&#10;AI 生成コンテンツは間違っている可能性があります。">
            <a:extLst>
              <a:ext uri="{FF2B5EF4-FFF2-40B4-BE49-F238E27FC236}">
                <a16:creationId xmlns:a16="http://schemas.microsoft.com/office/drawing/2014/main" id="{04E20ADB-F02E-AC14-9F67-3663B53293AA}"/>
              </a:ext>
            </a:extLst>
          </p:cNvPr>
          <p:cNvPicPr>
            <a:picLocks noChangeAspect="1"/>
          </p:cNvPicPr>
          <p:nvPr/>
        </p:nvPicPr>
        <p:blipFill>
          <a:blip r:embed="rId4"/>
          <a:stretch>
            <a:fillRect/>
          </a:stretch>
        </p:blipFill>
        <p:spPr>
          <a:xfrm>
            <a:off x="4978400" y="3251200"/>
            <a:ext cx="3175000" cy="1892300"/>
          </a:xfrm>
          <a:prstGeom prst="rect">
            <a:avLst/>
          </a:prstGeom>
        </p:spPr>
      </p:pic>
      <p:sp>
        <p:nvSpPr>
          <p:cNvPr id="6" name="スライド番号プレースホルダー 1">
            <a:extLst>
              <a:ext uri="{FF2B5EF4-FFF2-40B4-BE49-F238E27FC236}">
                <a16:creationId xmlns:a16="http://schemas.microsoft.com/office/drawing/2014/main" id="{4B28C94C-5FC2-85F1-0659-429092E48F87}"/>
              </a:ext>
            </a:extLst>
          </p:cNvPr>
          <p:cNvSpPr txBox="1">
            <a:spLocks/>
          </p:cNvSpPr>
          <p:nvPr/>
        </p:nvSpPr>
        <p:spPr>
          <a:xfrm>
            <a:off x="8345421" y="4327957"/>
            <a:ext cx="489000" cy="502500"/>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fld id="{00000000-1234-1234-1234-123412341234}" type="slidenum">
              <a:rPr lang="en" smtClean="0"/>
              <a:pPr/>
              <a:t>22</a:t>
            </a:fld>
            <a:endParaRPr lang="ja-JP" altLang="en-US"/>
          </a:p>
        </p:txBody>
      </p:sp>
    </p:spTree>
    <p:extLst>
      <p:ext uri="{BB962C8B-B14F-4D97-AF65-F5344CB8AC3E}">
        <p14:creationId xmlns:p14="http://schemas.microsoft.com/office/powerpoint/2010/main" val="314361644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EAFC12-4DD9-FA58-CDD4-B76793BB2E10}"/>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25B20DAC-20EC-A57C-2D04-E508B1EF4F2A}"/>
              </a:ext>
            </a:extLst>
          </p:cNvPr>
          <p:cNvSpPr/>
          <p:nvPr/>
        </p:nvSpPr>
        <p:spPr>
          <a:xfrm>
            <a:off x="650875" y="292100"/>
            <a:ext cx="7334250" cy="84982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ja-JP" altLang="en-US" sz="4000">
                <a:solidFill>
                  <a:schemeClr val="tx1"/>
                </a:solidFill>
                <a:ea typeface="ＭＳ Ｐゴシック"/>
                <a:cs typeface="Arial"/>
              </a:rPr>
              <a:t>相関</a:t>
            </a:r>
            <a:r>
              <a:rPr lang="ja-JP" sz="4000">
                <a:solidFill>
                  <a:schemeClr val="tx1"/>
                </a:solidFill>
                <a:ea typeface="ＭＳ Ｐゴシック"/>
                <a:cs typeface="Arial"/>
              </a:rPr>
              <a:t>分析</a:t>
            </a:r>
            <a:endParaRPr lang="en-JP" sz="4000">
              <a:solidFill>
                <a:schemeClr val="tx1"/>
              </a:solidFill>
              <a:ea typeface="ＭＳ Ｐゴシック"/>
            </a:endParaRPr>
          </a:p>
        </p:txBody>
      </p:sp>
      <p:sp>
        <p:nvSpPr>
          <p:cNvPr id="4" name="テキスト ボックス 3">
            <a:extLst>
              <a:ext uri="{FF2B5EF4-FFF2-40B4-BE49-F238E27FC236}">
                <a16:creationId xmlns:a16="http://schemas.microsoft.com/office/drawing/2014/main" id="{572E8183-5CDB-5379-B6D5-0B4ECF1261C7}"/>
              </a:ext>
            </a:extLst>
          </p:cNvPr>
          <p:cNvSpPr txBox="1"/>
          <p:nvPr/>
        </p:nvSpPr>
        <p:spPr>
          <a:xfrm>
            <a:off x="544087" y="1504822"/>
            <a:ext cx="7332153" cy="255454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ja-JP" altLang="en-US" sz="2000"/>
              <a:t>バス距離</a:t>
            </a:r>
            <a:r>
              <a:rPr lang="ja-JP" altLang="en-US" sz="1600"/>
              <a:t>（Googleマップ上徒歩距離）</a:t>
            </a:r>
          </a:p>
          <a:p>
            <a:r>
              <a:rPr lang="ja-JP" altLang="en-US" sz="2000"/>
              <a:t>駐車場の有無のカラム追加</a:t>
            </a:r>
            <a:r>
              <a:rPr lang="ja-JP" altLang="en-US" sz="1600"/>
              <a:t>（1：有、0：無）</a:t>
            </a:r>
            <a:endParaRPr lang="ja-JP" sz="1600"/>
          </a:p>
          <a:p>
            <a:endParaRPr lang="ja-JP" altLang="en-US" sz="2000"/>
          </a:p>
          <a:p>
            <a:r>
              <a:rPr lang="ja-JP" altLang="en-US" sz="2000"/>
              <a:t>メインアクセス距離カラムを作成</a:t>
            </a:r>
          </a:p>
          <a:p>
            <a:endParaRPr lang="ja-JP" altLang="en-US" sz="2000"/>
          </a:p>
          <a:p>
            <a:r>
              <a:rPr lang="ja-JP" altLang="en-US" sz="2000"/>
              <a:t>駐車場がある場合…車（1）</a:t>
            </a:r>
          </a:p>
          <a:p>
            <a:r>
              <a:rPr lang="ja-JP" altLang="en-US" sz="2000"/>
              <a:t>ない場合…バス距離と駅距離の小さい値</a:t>
            </a:r>
            <a:br>
              <a:rPr lang="ja-JP" altLang="en-US" sz="2000"/>
            </a:br>
            <a:r>
              <a:rPr lang="ja-JP" altLang="en-US" sz="2000"/>
              <a:t>でデータを作成</a:t>
            </a:r>
          </a:p>
        </p:txBody>
      </p:sp>
      <p:sp>
        <p:nvSpPr>
          <p:cNvPr id="2" name="スライド番号プレースホルダー 1">
            <a:extLst>
              <a:ext uri="{FF2B5EF4-FFF2-40B4-BE49-F238E27FC236}">
                <a16:creationId xmlns:a16="http://schemas.microsoft.com/office/drawing/2014/main" id="{DBA7F832-FE31-A5D1-1538-AC6419C799B1}"/>
              </a:ext>
            </a:extLst>
          </p:cNvPr>
          <p:cNvSpPr txBox="1">
            <a:spLocks/>
          </p:cNvSpPr>
          <p:nvPr/>
        </p:nvSpPr>
        <p:spPr>
          <a:xfrm>
            <a:off x="8345421" y="4327957"/>
            <a:ext cx="489000" cy="502500"/>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fld id="{00000000-1234-1234-1234-123412341234}" type="slidenum">
              <a:rPr lang="en" smtClean="0"/>
              <a:pPr/>
              <a:t>23</a:t>
            </a:fld>
            <a:endParaRPr lang="ja-JP" altLang="en-US"/>
          </a:p>
        </p:txBody>
      </p:sp>
    </p:spTree>
    <p:extLst>
      <p:ext uri="{BB962C8B-B14F-4D97-AF65-F5344CB8AC3E}">
        <p14:creationId xmlns:p14="http://schemas.microsoft.com/office/powerpoint/2010/main" val="147793477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B5252-B799-3880-E100-4C8E4A4568AA}"/>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F144B133-9FC7-F426-A43A-B1E966E90CAE}"/>
              </a:ext>
            </a:extLst>
          </p:cNvPr>
          <p:cNvSpPr/>
          <p:nvPr/>
        </p:nvSpPr>
        <p:spPr>
          <a:xfrm>
            <a:off x="650875" y="292100"/>
            <a:ext cx="7334250" cy="84982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ja-JP" altLang="en-US" sz="4000">
                <a:solidFill>
                  <a:schemeClr val="tx1"/>
                </a:solidFill>
                <a:ea typeface="ＭＳ Ｐゴシック"/>
                <a:cs typeface="Arial"/>
              </a:rPr>
              <a:t>相関</a:t>
            </a:r>
            <a:r>
              <a:rPr lang="ja-JP" sz="4000">
                <a:solidFill>
                  <a:schemeClr val="tx1"/>
                </a:solidFill>
                <a:ea typeface="ＭＳ Ｐゴシック"/>
                <a:cs typeface="Arial"/>
              </a:rPr>
              <a:t>分析</a:t>
            </a:r>
            <a:endParaRPr lang="en-JP" sz="4000">
              <a:solidFill>
                <a:schemeClr val="tx1"/>
              </a:solidFill>
              <a:ea typeface="ＭＳ Ｐゴシック"/>
            </a:endParaRPr>
          </a:p>
        </p:txBody>
      </p:sp>
      <p:sp>
        <p:nvSpPr>
          <p:cNvPr id="4" name="テキスト ボックス 3">
            <a:extLst>
              <a:ext uri="{FF2B5EF4-FFF2-40B4-BE49-F238E27FC236}">
                <a16:creationId xmlns:a16="http://schemas.microsoft.com/office/drawing/2014/main" id="{B13D7153-C712-E764-1720-3B35173CBDE3}"/>
              </a:ext>
            </a:extLst>
          </p:cNvPr>
          <p:cNvSpPr txBox="1"/>
          <p:nvPr/>
        </p:nvSpPr>
        <p:spPr>
          <a:xfrm>
            <a:off x="544087" y="1504822"/>
            <a:ext cx="3719003" cy="193899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ja-JP" altLang="en-US" sz="2000"/>
              <a:t>駐車場のある店舗が多く、</a:t>
            </a:r>
          </a:p>
          <a:p>
            <a:r>
              <a:rPr lang="ja-JP" altLang="en-US" sz="2000"/>
              <a:t>相関が得られなかった。</a:t>
            </a:r>
          </a:p>
          <a:p>
            <a:endParaRPr lang="ja-JP" altLang="en-US" sz="2000"/>
          </a:p>
          <a:p>
            <a:r>
              <a:rPr lang="ja-JP" altLang="en-US" sz="2000"/>
              <a:t>→東京都内など駅からの距離が近い場合は駅から徒歩で行く人が多いと予想</a:t>
            </a:r>
          </a:p>
        </p:txBody>
      </p:sp>
      <p:pic>
        <p:nvPicPr>
          <p:cNvPr id="2" name="図 1" descr="グラフ, 散布図&#10;&#10;AI 生成コンテンツは間違っている可能性があります。">
            <a:extLst>
              <a:ext uri="{FF2B5EF4-FFF2-40B4-BE49-F238E27FC236}">
                <a16:creationId xmlns:a16="http://schemas.microsoft.com/office/drawing/2014/main" id="{819E3898-B224-0C0C-A32E-EA3B79649E96}"/>
              </a:ext>
            </a:extLst>
          </p:cNvPr>
          <p:cNvPicPr>
            <a:picLocks noChangeAspect="1"/>
          </p:cNvPicPr>
          <p:nvPr/>
        </p:nvPicPr>
        <p:blipFill>
          <a:blip r:embed="rId3"/>
          <a:stretch>
            <a:fillRect/>
          </a:stretch>
        </p:blipFill>
        <p:spPr>
          <a:xfrm>
            <a:off x="4100181" y="1504950"/>
            <a:ext cx="4848888" cy="3136900"/>
          </a:xfrm>
          <a:prstGeom prst="rect">
            <a:avLst/>
          </a:prstGeom>
        </p:spPr>
      </p:pic>
      <p:sp>
        <p:nvSpPr>
          <p:cNvPr id="5" name="スライド番号プレースホルダー 1">
            <a:extLst>
              <a:ext uri="{FF2B5EF4-FFF2-40B4-BE49-F238E27FC236}">
                <a16:creationId xmlns:a16="http://schemas.microsoft.com/office/drawing/2014/main" id="{76787E22-6C7C-EEDA-41BA-D82330F2612E}"/>
              </a:ext>
            </a:extLst>
          </p:cNvPr>
          <p:cNvSpPr txBox="1">
            <a:spLocks/>
          </p:cNvSpPr>
          <p:nvPr/>
        </p:nvSpPr>
        <p:spPr>
          <a:xfrm>
            <a:off x="8345421" y="4327957"/>
            <a:ext cx="489000" cy="502500"/>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fld id="{00000000-1234-1234-1234-123412341234}" type="slidenum">
              <a:rPr lang="en" smtClean="0"/>
              <a:pPr/>
              <a:t>24</a:t>
            </a:fld>
            <a:endParaRPr lang="ja-JP" altLang="en-US"/>
          </a:p>
        </p:txBody>
      </p:sp>
    </p:spTree>
    <p:extLst>
      <p:ext uri="{BB962C8B-B14F-4D97-AF65-F5344CB8AC3E}">
        <p14:creationId xmlns:p14="http://schemas.microsoft.com/office/powerpoint/2010/main" val="116411863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4D6BB0-CBAB-A7BA-7F31-33116E9DF488}"/>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55B3A5AC-2AE8-0F86-DE76-ACB03C861EAC}"/>
              </a:ext>
            </a:extLst>
          </p:cNvPr>
          <p:cNvSpPr/>
          <p:nvPr/>
        </p:nvSpPr>
        <p:spPr>
          <a:xfrm>
            <a:off x="650875" y="292100"/>
            <a:ext cx="7334250" cy="84982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ja-JP" altLang="en-US" sz="4000">
                <a:solidFill>
                  <a:schemeClr val="tx1"/>
                </a:solidFill>
                <a:ea typeface="ＭＳ Ｐゴシック"/>
                <a:cs typeface="Arial"/>
              </a:rPr>
              <a:t>相関</a:t>
            </a:r>
            <a:r>
              <a:rPr lang="ja-JP" sz="4000">
                <a:solidFill>
                  <a:schemeClr val="tx1"/>
                </a:solidFill>
                <a:ea typeface="ＭＳ Ｐゴシック"/>
                <a:cs typeface="Arial"/>
              </a:rPr>
              <a:t>分析</a:t>
            </a:r>
            <a:endParaRPr lang="en-JP" sz="4000">
              <a:solidFill>
                <a:schemeClr val="tx1"/>
              </a:solidFill>
              <a:ea typeface="ＭＳ Ｐゴシック"/>
            </a:endParaRPr>
          </a:p>
        </p:txBody>
      </p:sp>
      <p:sp>
        <p:nvSpPr>
          <p:cNvPr id="4" name="テキスト ボックス 3">
            <a:extLst>
              <a:ext uri="{FF2B5EF4-FFF2-40B4-BE49-F238E27FC236}">
                <a16:creationId xmlns:a16="http://schemas.microsoft.com/office/drawing/2014/main" id="{BA8A3A56-AA7B-19D9-5213-64A8DFE37987}"/>
              </a:ext>
            </a:extLst>
          </p:cNvPr>
          <p:cNvSpPr txBox="1"/>
          <p:nvPr/>
        </p:nvSpPr>
        <p:spPr>
          <a:xfrm>
            <a:off x="544087" y="1504822"/>
            <a:ext cx="7351203" cy="255454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ja-JP" altLang="en-US" sz="2000"/>
              <a:t>メインアクセス距離カラムより</a:t>
            </a:r>
          </a:p>
          <a:p>
            <a:r>
              <a:rPr lang="ja-JP" altLang="en-US" sz="2000"/>
              <a:t>'メインアクセス250'</a:t>
            </a:r>
          </a:p>
          <a:p>
            <a:r>
              <a:rPr lang="ja-JP" altLang="en-US" sz="2000"/>
              <a:t>'メインアクセス500'</a:t>
            </a:r>
          </a:p>
          <a:p>
            <a:r>
              <a:rPr lang="ja-JP" altLang="en-US" sz="2000"/>
              <a:t>'メインアクセス750'　を作成</a:t>
            </a:r>
          </a:p>
          <a:p>
            <a:endParaRPr lang="ja-JP" altLang="en-US" sz="2000"/>
          </a:p>
          <a:p>
            <a:r>
              <a:rPr lang="ja-JP" altLang="en-US" sz="2000"/>
              <a:t>メインアクセスＮカラム</a:t>
            </a:r>
          </a:p>
          <a:p>
            <a:r>
              <a:rPr lang="ja-JP" altLang="en-US" sz="2000"/>
              <a:t>駅距離がＮ以下の時…駅距離を優先</a:t>
            </a:r>
            <a:endParaRPr lang="ja-JP"/>
          </a:p>
          <a:p>
            <a:r>
              <a:rPr lang="ja-JP" altLang="en-US" sz="2000"/>
              <a:t>Ｎより大きいとき…メインアクセス距離と同様</a:t>
            </a:r>
          </a:p>
        </p:txBody>
      </p:sp>
      <p:sp>
        <p:nvSpPr>
          <p:cNvPr id="2" name="スライド番号プレースホルダー 1">
            <a:extLst>
              <a:ext uri="{FF2B5EF4-FFF2-40B4-BE49-F238E27FC236}">
                <a16:creationId xmlns:a16="http://schemas.microsoft.com/office/drawing/2014/main" id="{93A3F3B7-3F0D-C723-D3FB-3BA8B264D8BB}"/>
              </a:ext>
            </a:extLst>
          </p:cNvPr>
          <p:cNvSpPr txBox="1">
            <a:spLocks/>
          </p:cNvSpPr>
          <p:nvPr/>
        </p:nvSpPr>
        <p:spPr>
          <a:xfrm>
            <a:off x="8345421" y="4327957"/>
            <a:ext cx="489000" cy="502500"/>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fld id="{00000000-1234-1234-1234-123412341234}" type="slidenum">
              <a:rPr lang="en" smtClean="0"/>
              <a:pPr/>
              <a:t>25</a:t>
            </a:fld>
            <a:endParaRPr lang="ja-JP" altLang="en-US"/>
          </a:p>
        </p:txBody>
      </p:sp>
    </p:spTree>
    <p:extLst>
      <p:ext uri="{BB962C8B-B14F-4D97-AF65-F5344CB8AC3E}">
        <p14:creationId xmlns:p14="http://schemas.microsoft.com/office/powerpoint/2010/main" val="379857434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81E4CB-A003-D7FC-458D-0EC861277FDF}"/>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ABA1BA72-15B7-8C0E-48AC-89D6A1085183}"/>
              </a:ext>
            </a:extLst>
          </p:cNvPr>
          <p:cNvSpPr/>
          <p:nvPr/>
        </p:nvSpPr>
        <p:spPr>
          <a:xfrm>
            <a:off x="650875" y="292100"/>
            <a:ext cx="7334250" cy="84982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ja-JP" altLang="en-US" sz="4000">
                <a:solidFill>
                  <a:schemeClr val="tx1"/>
                </a:solidFill>
                <a:ea typeface="ＭＳ Ｐゴシック"/>
                <a:cs typeface="Arial"/>
              </a:rPr>
              <a:t>相関</a:t>
            </a:r>
            <a:r>
              <a:rPr lang="ja-JP" sz="4000">
                <a:solidFill>
                  <a:schemeClr val="tx1"/>
                </a:solidFill>
                <a:ea typeface="ＭＳ Ｐゴシック"/>
                <a:cs typeface="Arial"/>
              </a:rPr>
              <a:t>分析</a:t>
            </a:r>
            <a:endParaRPr lang="en-JP" sz="4000">
              <a:solidFill>
                <a:schemeClr val="tx1"/>
              </a:solidFill>
              <a:ea typeface="ＭＳ Ｐゴシック"/>
            </a:endParaRPr>
          </a:p>
        </p:txBody>
      </p:sp>
      <p:pic>
        <p:nvPicPr>
          <p:cNvPr id="5" name="図 4" descr="グラフ が含まれている画像&#10;&#10;AI 生成コンテンツは間違っている可能性があります。">
            <a:extLst>
              <a:ext uri="{FF2B5EF4-FFF2-40B4-BE49-F238E27FC236}">
                <a16:creationId xmlns:a16="http://schemas.microsoft.com/office/drawing/2014/main" id="{BAB14FF4-1052-4850-AD3B-E2A9E2EFB419}"/>
              </a:ext>
            </a:extLst>
          </p:cNvPr>
          <p:cNvPicPr>
            <a:picLocks noChangeAspect="1"/>
          </p:cNvPicPr>
          <p:nvPr/>
        </p:nvPicPr>
        <p:blipFill>
          <a:blip r:embed="rId3"/>
          <a:stretch>
            <a:fillRect/>
          </a:stretch>
        </p:blipFill>
        <p:spPr>
          <a:xfrm>
            <a:off x="4811381" y="3067050"/>
            <a:ext cx="3185188" cy="2012950"/>
          </a:xfrm>
          <a:prstGeom prst="rect">
            <a:avLst/>
          </a:prstGeom>
        </p:spPr>
      </p:pic>
      <p:pic>
        <p:nvPicPr>
          <p:cNvPr id="7" name="図 6">
            <a:extLst>
              <a:ext uri="{FF2B5EF4-FFF2-40B4-BE49-F238E27FC236}">
                <a16:creationId xmlns:a16="http://schemas.microsoft.com/office/drawing/2014/main" id="{0F6BCF80-0A51-313F-5903-16039D64270E}"/>
              </a:ext>
            </a:extLst>
          </p:cNvPr>
          <p:cNvPicPr>
            <a:picLocks noChangeAspect="1"/>
          </p:cNvPicPr>
          <p:nvPr/>
        </p:nvPicPr>
        <p:blipFill>
          <a:blip r:embed="rId4"/>
          <a:stretch>
            <a:fillRect/>
          </a:stretch>
        </p:blipFill>
        <p:spPr>
          <a:xfrm>
            <a:off x="4811381" y="1143000"/>
            <a:ext cx="3185188" cy="1924050"/>
          </a:xfrm>
          <a:prstGeom prst="rect">
            <a:avLst/>
          </a:prstGeom>
        </p:spPr>
      </p:pic>
      <p:sp>
        <p:nvSpPr>
          <p:cNvPr id="10" name="テキスト ボックス 9">
            <a:extLst>
              <a:ext uri="{FF2B5EF4-FFF2-40B4-BE49-F238E27FC236}">
                <a16:creationId xmlns:a16="http://schemas.microsoft.com/office/drawing/2014/main" id="{40EA4BCC-05B4-57AB-B503-32EC72E0EA38}"/>
              </a:ext>
            </a:extLst>
          </p:cNvPr>
          <p:cNvSpPr txBox="1"/>
          <p:nvPr/>
        </p:nvSpPr>
        <p:spPr>
          <a:xfrm>
            <a:off x="781679" y="1616126"/>
            <a:ext cx="4021179" cy="347152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ja-JP" altLang="en-US" sz="2000"/>
              <a:t>メインアクセス250</a:t>
            </a:r>
            <a:br>
              <a:rPr lang="ja-JP" altLang="en-US" sz="2000"/>
            </a:br>
            <a:r>
              <a:rPr lang="ja-JP" altLang="en-US" sz="2000"/>
              <a:t>…ｒ＝0.0092</a:t>
            </a:r>
          </a:p>
          <a:p>
            <a:r>
              <a:rPr lang="ja-JP" altLang="en-US" sz="2000"/>
              <a:t>メインアクセス500</a:t>
            </a:r>
            <a:endParaRPr lang="ja-JP"/>
          </a:p>
          <a:p>
            <a:r>
              <a:rPr lang="ja-JP" altLang="en-US" sz="2000"/>
              <a:t>…ｒ＝-0.2338</a:t>
            </a:r>
          </a:p>
          <a:p>
            <a:r>
              <a:rPr lang="ja-JP" altLang="en-US" sz="2000"/>
              <a:t>メインアクセス750</a:t>
            </a:r>
          </a:p>
          <a:p>
            <a:r>
              <a:rPr lang="ja-JP" altLang="en-US" sz="2000"/>
              <a:t>…ｒ＝-0.3084</a:t>
            </a:r>
          </a:p>
          <a:p>
            <a:endParaRPr lang="ja-JP" altLang="en-US" sz="2000"/>
          </a:p>
          <a:p>
            <a:r>
              <a:rPr lang="ja-JP" altLang="en-US" sz="2000"/>
              <a:t>優先する駅距離の値を大きくするほど相関も強くなった</a:t>
            </a:r>
            <a:br>
              <a:rPr lang="ja-JP" altLang="en-US" sz="2000"/>
            </a:br>
            <a:r>
              <a:rPr lang="ja-JP" altLang="en-US" sz="2000"/>
              <a:t>→値を大きくしすぎると駅距離と変わらなくなってしまう​</a:t>
            </a:r>
          </a:p>
        </p:txBody>
      </p:sp>
      <p:sp>
        <p:nvSpPr>
          <p:cNvPr id="11" name="スライド番号プレースホルダー 1">
            <a:extLst>
              <a:ext uri="{FF2B5EF4-FFF2-40B4-BE49-F238E27FC236}">
                <a16:creationId xmlns:a16="http://schemas.microsoft.com/office/drawing/2014/main" id="{57D1754B-1076-B4FC-BDCD-4254120BDCC8}"/>
              </a:ext>
            </a:extLst>
          </p:cNvPr>
          <p:cNvSpPr txBox="1">
            <a:spLocks/>
          </p:cNvSpPr>
          <p:nvPr/>
        </p:nvSpPr>
        <p:spPr>
          <a:xfrm>
            <a:off x="8345421" y="4327957"/>
            <a:ext cx="489000" cy="502500"/>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fld id="{00000000-1234-1234-1234-123412341234}" type="slidenum">
              <a:rPr lang="en" smtClean="0"/>
              <a:pPr/>
              <a:t>26</a:t>
            </a:fld>
            <a:endParaRPr lang="ja-JP" altLang="en-US"/>
          </a:p>
        </p:txBody>
      </p:sp>
    </p:spTree>
    <p:extLst>
      <p:ext uri="{BB962C8B-B14F-4D97-AF65-F5344CB8AC3E}">
        <p14:creationId xmlns:p14="http://schemas.microsoft.com/office/powerpoint/2010/main" val="344562199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F93A72-EEFB-BFC7-4626-05521F02D350}"/>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7B8292C4-C288-53B3-33FC-7146AC7886CD}"/>
              </a:ext>
            </a:extLst>
          </p:cNvPr>
          <p:cNvSpPr/>
          <p:nvPr/>
        </p:nvSpPr>
        <p:spPr>
          <a:xfrm>
            <a:off x="650875" y="292100"/>
            <a:ext cx="7334250" cy="84982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r>
              <a:rPr lang="ja-JP" altLang="en-US" sz="4000">
                <a:solidFill>
                  <a:schemeClr val="tx1"/>
                </a:solidFill>
                <a:ea typeface="ＭＳ Ｐゴシック"/>
                <a:cs typeface="Arial"/>
              </a:rPr>
              <a:t>方針</a:t>
            </a:r>
          </a:p>
        </p:txBody>
      </p:sp>
      <p:sp>
        <p:nvSpPr>
          <p:cNvPr id="10" name="テキスト ボックス 9">
            <a:extLst>
              <a:ext uri="{FF2B5EF4-FFF2-40B4-BE49-F238E27FC236}">
                <a16:creationId xmlns:a16="http://schemas.microsoft.com/office/drawing/2014/main" id="{D2895063-29A2-E8A3-00FB-11387BAE78C0}"/>
              </a:ext>
            </a:extLst>
          </p:cNvPr>
          <p:cNvSpPr txBox="1"/>
          <p:nvPr/>
        </p:nvSpPr>
        <p:spPr>
          <a:xfrm>
            <a:off x="1111879" y="1971726"/>
            <a:ext cx="7005679" cy="193899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ja-JP" altLang="en-US" sz="2000"/>
              <a:t>データ拡張の今後の方針</a:t>
            </a:r>
          </a:p>
          <a:p>
            <a:endParaRPr lang="ja-JP" altLang="en-US" sz="2000"/>
          </a:p>
          <a:p>
            <a:r>
              <a:rPr lang="ja-JP" altLang="en-US" sz="2000"/>
              <a:t>・メインアクセス距離のように今あるデータの新たな活用方法を吟味</a:t>
            </a:r>
            <a:endParaRPr lang="ja-JP"/>
          </a:p>
          <a:p>
            <a:endParaRPr lang="ja-JP" altLang="en-US" sz="2000"/>
          </a:p>
          <a:p>
            <a:r>
              <a:rPr lang="ja-JP" altLang="en-US" sz="2000"/>
              <a:t>・新たな有用そうなデータを検討（Googleトレンドなど）</a:t>
            </a:r>
          </a:p>
        </p:txBody>
      </p:sp>
      <p:sp>
        <p:nvSpPr>
          <p:cNvPr id="2" name="スライド番号プレースホルダー 1">
            <a:extLst>
              <a:ext uri="{FF2B5EF4-FFF2-40B4-BE49-F238E27FC236}">
                <a16:creationId xmlns:a16="http://schemas.microsoft.com/office/drawing/2014/main" id="{97460201-C4AE-43F7-F183-1F9EDC03FAC6}"/>
              </a:ext>
            </a:extLst>
          </p:cNvPr>
          <p:cNvSpPr txBox="1">
            <a:spLocks/>
          </p:cNvSpPr>
          <p:nvPr/>
        </p:nvSpPr>
        <p:spPr>
          <a:xfrm>
            <a:off x="8345421" y="4327957"/>
            <a:ext cx="489000" cy="502500"/>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fld id="{00000000-1234-1234-1234-123412341234}" type="slidenum">
              <a:rPr lang="en" smtClean="0"/>
              <a:pPr/>
              <a:t>27</a:t>
            </a:fld>
            <a:endParaRPr lang="ja-JP" altLang="en-US"/>
          </a:p>
        </p:txBody>
      </p:sp>
    </p:spTree>
    <p:extLst>
      <p:ext uri="{BB962C8B-B14F-4D97-AF65-F5344CB8AC3E}">
        <p14:creationId xmlns:p14="http://schemas.microsoft.com/office/powerpoint/2010/main" val="147437136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DA994C-248D-68AD-BD4E-4942552E3A15}"/>
              </a:ext>
            </a:extLst>
          </p:cNvPr>
          <p:cNvSpPr>
            <a:spLocks noGrp="1"/>
          </p:cNvSpPr>
          <p:nvPr>
            <p:ph type="title"/>
          </p:nvPr>
        </p:nvSpPr>
        <p:spPr/>
        <p:txBody>
          <a:bodyPr/>
          <a:lstStyle/>
          <a:p>
            <a:r>
              <a:rPr lang="en-JP" b="1"/>
              <a:t>付録</a:t>
            </a:r>
          </a:p>
        </p:txBody>
      </p:sp>
      <p:sp>
        <p:nvSpPr>
          <p:cNvPr id="4" name="スライド番号プレースホルダー 1">
            <a:extLst>
              <a:ext uri="{FF2B5EF4-FFF2-40B4-BE49-F238E27FC236}">
                <a16:creationId xmlns:a16="http://schemas.microsoft.com/office/drawing/2014/main" id="{757170A5-BBF4-4A14-1C85-807EBC1D5816}"/>
              </a:ext>
            </a:extLst>
          </p:cNvPr>
          <p:cNvSpPr>
            <a:spLocks noGrp="1"/>
          </p:cNvSpPr>
          <p:nvPr>
            <p:ph type="sldNum" idx="12"/>
          </p:nvPr>
        </p:nvSpPr>
        <p:spPr>
          <a:xfrm>
            <a:off x="8345421" y="4327957"/>
            <a:ext cx="489000" cy="502500"/>
          </a:xfrm>
        </p:spPr>
        <p:txBody>
          <a:bodyPr/>
          <a:lstStyle/>
          <a:p>
            <a:fld id="{00000000-1234-1234-1234-123412341234}" type="slidenum">
              <a:rPr lang="en"/>
              <a:t>28</a:t>
            </a:fld>
            <a:endParaRPr lang="ja-JP" altLang="en-US"/>
          </a:p>
        </p:txBody>
      </p:sp>
    </p:spTree>
    <p:extLst>
      <p:ext uri="{BB962C8B-B14F-4D97-AF65-F5344CB8AC3E}">
        <p14:creationId xmlns:p14="http://schemas.microsoft.com/office/powerpoint/2010/main" val="36828020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22AEB8-46A0-94E6-25FE-226E84FEE977}"/>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D2F73F9F-C0AF-C30D-9694-9770F40C0AC1}"/>
              </a:ext>
            </a:extLst>
          </p:cNvPr>
          <p:cNvSpPr/>
          <p:nvPr/>
        </p:nvSpPr>
        <p:spPr>
          <a:xfrm>
            <a:off x="650875" y="292100"/>
            <a:ext cx="7334250" cy="84982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JP" sz="4000">
                <a:solidFill>
                  <a:schemeClr val="tx1"/>
                </a:solidFill>
              </a:rPr>
              <a:t>TFTベースモデルの性能</a:t>
            </a:r>
          </a:p>
        </p:txBody>
      </p:sp>
      <p:sp>
        <p:nvSpPr>
          <p:cNvPr id="2" name="TextBox 1">
            <a:extLst>
              <a:ext uri="{FF2B5EF4-FFF2-40B4-BE49-F238E27FC236}">
                <a16:creationId xmlns:a16="http://schemas.microsoft.com/office/drawing/2014/main" id="{E859AB95-0F1B-0CC7-A7E8-76E12A27135A}"/>
              </a:ext>
            </a:extLst>
          </p:cNvPr>
          <p:cNvSpPr txBox="1"/>
          <p:nvPr/>
        </p:nvSpPr>
        <p:spPr>
          <a:xfrm>
            <a:off x="1421343" y="1253973"/>
            <a:ext cx="2430992" cy="3647152"/>
          </a:xfrm>
          <a:prstGeom prst="rect">
            <a:avLst/>
          </a:prstGeom>
          <a:noFill/>
        </p:spPr>
        <p:txBody>
          <a:bodyPr wrap="square" rtlCol="0">
            <a:spAutoFit/>
          </a:bodyPr>
          <a:lstStyle/>
          <a:p>
            <a:r>
              <a:rPr lang="en-US" sz="1050"/>
              <a:t>MSE: 1273.3538</a:t>
            </a:r>
          </a:p>
          <a:p>
            <a:r>
              <a:rPr lang="en-US" sz="1050" err="1"/>
              <a:t>abs_error</a:t>
            </a:r>
            <a:r>
              <a:rPr lang="en-US" sz="1050"/>
              <a:t>: 222469.3085</a:t>
            </a:r>
          </a:p>
          <a:p>
            <a:r>
              <a:rPr lang="en-US" sz="1050" err="1"/>
              <a:t>abs_target_sum</a:t>
            </a:r>
            <a:r>
              <a:rPr lang="en-US" sz="1050"/>
              <a:t>: 300242.0000</a:t>
            </a:r>
          </a:p>
          <a:p>
            <a:r>
              <a:rPr lang="en-US" sz="1050" err="1"/>
              <a:t>abs_target_mean</a:t>
            </a:r>
            <a:r>
              <a:rPr lang="en-US" sz="1050"/>
              <a:t>: 5.1761</a:t>
            </a:r>
          </a:p>
          <a:p>
            <a:r>
              <a:rPr lang="en-US" sz="1050" err="1"/>
              <a:t>seasonal_error</a:t>
            </a:r>
            <a:r>
              <a:rPr lang="en-US" sz="1050"/>
              <a:t>: 3.1019</a:t>
            </a:r>
          </a:p>
          <a:p>
            <a:r>
              <a:rPr lang="en-US" sz="1050"/>
              <a:t>MASE: inf</a:t>
            </a:r>
          </a:p>
          <a:p>
            <a:r>
              <a:rPr lang="en-US" sz="1050"/>
              <a:t>MAPE: 0.6662</a:t>
            </a:r>
          </a:p>
          <a:p>
            <a:r>
              <a:rPr lang="en-US" sz="1050" err="1"/>
              <a:t>sMAPE</a:t>
            </a:r>
            <a:r>
              <a:rPr lang="en-US" sz="1050"/>
              <a:t>: 1.2200</a:t>
            </a:r>
          </a:p>
          <a:p>
            <a:r>
              <a:rPr lang="en-US" sz="1050"/>
              <a:t>MSIS: inf</a:t>
            </a:r>
          </a:p>
          <a:p>
            <a:r>
              <a:rPr lang="en-US" sz="1050" err="1"/>
              <a:t>num_masked_target_values</a:t>
            </a:r>
            <a:r>
              <a:rPr lang="en-US" sz="1050"/>
              <a:t>: 0.0000</a:t>
            </a:r>
          </a:p>
          <a:p>
            <a:r>
              <a:rPr lang="en-US" sz="1050" err="1"/>
              <a:t>QuantileLoss</a:t>
            </a:r>
            <a:r>
              <a:rPr lang="en-US" sz="1050"/>
              <a:t>[0.1]: 59135.8522</a:t>
            </a:r>
          </a:p>
          <a:p>
            <a:r>
              <a:rPr lang="en-US" sz="1050"/>
              <a:t>Coverage[0.1]: 0.1002</a:t>
            </a:r>
          </a:p>
          <a:p>
            <a:r>
              <a:rPr lang="en-US" sz="1050" err="1"/>
              <a:t>QuantileLoss</a:t>
            </a:r>
            <a:r>
              <a:rPr lang="en-US" sz="1050"/>
              <a:t>[0.2]: 108422.0868</a:t>
            </a:r>
          </a:p>
          <a:p>
            <a:r>
              <a:rPr lang="en-US" sz="1050"/>
              <a:t>Coverage[0.2]: 0.1857</a:t>
            </a:r>
          </a:p>
          <a:p>
            <a:r>
              <a:rPr lang="en-US" sz="1050" err="1"/>
              <a:t>QuantileLoss</a:t>
            </a:r>
            <a:r>
              <a:rPr lang="en-US" sz="1050"/>
              <a:t>[0.3]: 152245.2899</a:t>
            </a:r>
          </a:p>
          <a:p>
            <a:r>
              <a:rPr lang="en-US" sz="1050"/>
              <a:t>Coverage[0.3]: 0.2935</a:t>
            </a:r>
          </a:p>
          <a:p>
            <a:r>
              <a:rPr lang="en-US" sz="1050" err="1"/>
              <a:t>QuantileLoss</a:t>
            </a:r>
            <a:r>
              <a:rPr lang="en-US" sz="1050"/>
              <a:t>[0.4]: 190740.0818</a:t>
            </a:r>
          </a:p>
          <a:p>
            <a:r>
              <a:rPr lang="en-US" sz="1050"/>
              <a:t>Coverage[0.4]: 0.3757</a:t>
            </a:r>
          </a:p>
          <a:p>
            <a:r>
              <a:rPr lang="en-US" sz="1050" err="1"/>
              <a:t>QuantileLoss</a:t>
            </a:r>
            <a:r>
              <a:rPr lang="en-US" sz="1050"/>
              <a:t>[0.5]: 222469.3087</a:t>
            </a:r>
          </a:p>
          <a:p>
            <a:r>
              <a:rPr lang="en-US" sz="1050"/>
              <a:t>Coverage[0.5]: 0.4930</a:t>
            </a:r>
          </a:p>
          <a:p>
            <a:r>
              <a:rPr lang="en-US" sz="1050" err="1"/>
              <a:t>QuantileLoss</a:t>
            </a:r>
            <a:r>
              <a:rPr lang="en-US" sz="1050"/>
              <a:t>[0.6]: 245536.3308</a:t>
            </a:r>
          </a:p>
          <a:p>
            <a:r>
              <a:rPr lang="en-US" sz="1050"/>
              <a:t>Coverage[0.6]: 0.5780</a:t>
            </a:r>
          </a:p>
        </p:txBody>
      </p:sp>
      <p:sp>
        <p:nvSpPr>
          <p:cNvPr id="5" name="TextBox 4">
            <a:extLst>
              <a:ext uri="{FF2B5EF4-FFF2-40B4-BE49-F238E27FC236}">
                <a16:creationId xmlns:a16="http://schemas.microsoft.com/office/drawing/2014/main" id="{36B49B87-7299-20DF-3AB1-DEEA45B51EC6}"/>
              </a:ext>
            </a:extLst>
          </p:cNvPr>
          <p:cNvSpPr txBox="1"/>
          <p:nvPr/>
        </p:nvSpPr>
        <p:spPr>
          <a:xfrm>
            <a:off x="4851400" y="1253973"/>
            <a:ext cx="2430992" cy="3808735"/>
          </a:xfrm>
          <a:prstGeom prst="rect">
            <a:avLst/>
          </a:prstGeom>
          <a:noFill/>
        </p:spPr>
        <p:txBody>
          <a:bodyPr wrap="square" rtlCol="0">
            <a:spAutoFit/>
          </a:bodyPr>
          <a:lstStyle/>
          <a:p>
            <a:r>
              <a:rPr lang="en-US" sz="1050" err="1"/>
              <a:t>QuantileLoss</a:t>
            </a:r>
            <a:r>
              <a:rPr lang="en-US" sz="1050"/>
              <a:t>[0.7]: 259461.6109</a:t>
            </a:r>
          </a:p>
          <a:p>
            <a:r>
              <a:rPr lang="en-US" sz="1050"/>
              <a:t>Coverage[0.7]: 0.6599</a:t>
            </a:r>
          </a:p>
          <a:p>
            <a:r>
              <a:rPr lang="en-US" sz="1050" err="1"/>
              <a:t>QuantileLoss</a:t>
            </a:r>
            <a:r>
              <a:rPr lang="en-US" sz="1050"/>
              <a:t>[0.8]: 254524.7909</a:t>
            </a:r>
          </a:p>
          <a:p>
            <a:r>
              <a:rPr lang="en-US" sz="1050"/>
              <a:t>Coverage[0.8]: 0.7506</a:t>
            </a:r>
          </a:p>
          <a:p>
            <a:r>
              <a:rPr lang="en-US" sz="1050" err="1"/>
              <a:t>QuantileLoss</a:t>
            </a:r>
            <a:r>
              <a:rPr lang="en-US" sz="1050"/>
              <a:t>[0.9]: 216690.2208</a:t>
            </a:r>
          </a:p>
          <a:p>
            <a:r>
              <a:rPr lang="en-US" sz="1050"/>
              <a:t>Coverage[0.9]: 0.8499</a:t>
            </a:r>
          </a:p>
          <a:p>
            <a:r>
              <a:rPr lang="en-US" sz="1050"/>
              <a:t>RMSE: 35.6841</a:t>
            </a:r>
          </a:p>
          <a:p>
            <a:r>
              <a:rPr lang="en-US" sz="1050"/>
              <a:t>NRMSE: 6.8940</a:t>
            </a:r>
          </a:p>
          <a:p>
            <a:r>
              <a:rPr lang="en-US" sz="1050"/>
              <a:t>ND: 0.7410</a:t>
            </a:r>
          </a:p>
          <a:p>
            <a:r>
              <a:rPr lang="en-US" sz="1050" err="1"/>
              <a:t>wQuantileLoss</a:t>
            </a:r>
            <a:r>
              <a:rPr lang="en-US" sz="1050"/>
              <a:t>[0.1]: 0.1970</a:t>
            </a:r>
          </a:p>
          <a:p>
            <a:r>
              <a:rPr lang="en-US" sz="1050" err="1"/>
              <a:t>wQuantileLoss</a:t>
            </a:r>
            <a:r>
              <a:rPr lang="en-US" sz="1050"/>
              <a:t>[0.2]: 0.3611</a:t>
            </a:r>
          </a:p>
          <a:p>
            <a:r>
              <a:rPr lang="en-US" sz="1050" err="1"/>
              <a:t>wQuantileLoss</a:t>
            </a:r>
            <a:r>
              <a:rPr lang="en-US" sz="1050"/>
              <a:t>[0.3]: 0.5071</a:t>
            </a:r>
          </a:p>
          <a:p>
            <a:r>
              <a:rPr lang="en-US" sz="1050" err="1"/>
              <a:t>wQuantileLoss</a:t>
            </a:r>
            <a:r>
              <a:rPr lang="en-US" sz="1050"/>
              <a:t>[0.4]: 0.6353</a:t>
            </a:r>
          </a:p>
          <a:p>
            <a:r>
              <a:rPr lang="en-US" sz="1050" err="1"/>
              <a:t>wQuantileLoss</a:t>
            </a:r>
            <a:r>
              <a:rPr lang="en-US" sz="1050"/>
              <a:t>[0.5]: 0.7410</a:t>
            </a:r>
          </a:p>
          <a:p>
            <a:r>
              <a:rPr lang="en-US" sz="1050" err="1"/>
              <a:t>wQuantileLoss</a:t>
            </a:r>
            <a:r>
              <a:rPr lang="en-US" sz="1050"/>
              <a:t>[0.6]: 0.8178</a:t>
            </a:r>
          </a:p>
          <a:p>
            <a:r>
              <a:rPr lang="en-US" sz="1050" err="1"/>
              <a:t>wQuantileLoss</a:t>
            </a:r>
            <a:r>
              <a:rPr lang="en-US" sz="1050"/>
              <a:t>[0.7]: 0.8642</a:t>
            </a:r>
          </a:p>
          <a:p>
            <a:r>
              <a:rPr lang="en-US" sz="1050" err="1"/>
              <a:t>wQuantileLoss</a:t>
            </a:r>
            <a:r>
              <a:rPr lang="en-US" sz="1050"/>
              <a:t>[0.8]: 0.8477</a:t>
            </a:r>
          </a:p>
          <a:p>
            <a:r>
              <a:rPr lang="en-US" sz="1050" err="1"/>
              <a:t>wQuantileLoss</a:t>
            </a:r>
            <a:r>
              <a:rPr lang="en-US" sz="1050"/>
              <a:t>[0.9]: 0.7217</a:t>
            </a:r>
          </a:p>
          <a:p>
            <a:r>
              <a:rPr lang="en-US" sz="1050" err="1"/>
              <a:t>mean_absolute_QuantileLoss</a:t>
            </a:r>
            <a:r>
              <a:rPr lang="en-US" sz="1050"/>
              <a:t>: 189913.9525</a:t>
            </a:r>
          </a:p>
          <a:p>
            <a:r>
              <a:rPr lang="en-US" sz="1050" err="1"/>
              <a:t>mean_wQuantileLoss</a:t>
            </a:r>
            <a:r>
              <a:rPr lang="en-US" sz="1050"/>
              <a:t>: 0.6325</a:t>
            </a:r>
          </a:p>
          <a:p>
            <a:r>
              <a:rPr lang="en-US" sz="1050" err="1"/>
              <a:t>MAE_Coverage</a:t>
            </a:r>
            <a:r>
              <a:rPr lang="en-US" sz="1050"/>
              <a:t>: 0.3610</a:t>
            </a:r>
          </a:p>
          <a:p>
            <a:r>
              <a:rPr lang="en-US" sz="1050"/>
              <a:t>OWA: nan</a:t>
            </a:r>
          </a:p>
        </p:txBody>
      </p:sp>
      <p:sp>
        <p:nvSpPr>
          <p:cNvPr id="4" name="スライド番号プレースホルダー 1">
            <a:extLst>
              <a:ext uri="{FF2B5EF4-FFF2-40B4-BE49-F238E27FC236}">
                <a16:creationId xmlns:a16="http://schemas.microsoft.com/office/drawing/2014/main" id="{45443686-64FD-0E68-46B2-40FE31412642}"/>
              </a:ext>
            </a:extLst>
          </p:cNvPr>
          <p:cNvSpPr txBox="1">
            <a:spLocks/>
          </p:cNvSpPr>
          <p:nvPr/>
        </p:nvSpPr>
        <p:spPr>
          <a:xfrm>
            <a:off x="8345421" y="4327957"/>
            <a:ext cx="489000" cy="502500"/>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fld id="{00000000-1234-1234-1234-123412341234}" type="slidenum">
              <a:rPr lang="en" smtClean="0"/>
              <a:pPr/>
              <a:t>29</a:t>
            </a:fld>
            <a:endParaRPr lang="ja-JP" altLang="en-US"/>
          </a:p>
        </p:txBody>
      </p:sp>
    </p:spTree>
    <p:extLst>
      <p:ext uri="{BB962C8B-B14F-4D97-AF65-F5344CB8AC3E}">
        <p14:creationId xmlns:p14="http://schemas.microsoft.com/office/powerpoint/2010/main" val="57700850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79C86E-4ECE-D027-7D54-4300FE7E5638}"/>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C97CD569-7445-3B1C-5F56-C3308FEA3F3E}"/>
              </a:ext>
            </a:extLst>
          </p:cNvPr>
          <p:cNvSpPr/>
          <p:nvPr/>
        </p:nvSpPr>
        <p:spPr>
          <a:xfrm>
            <a:off x="650875" y="292100"/>
            <a:ext cx="7334250" cy="84982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JP" sz="4000">
                <a:solidFill>
                  <a:schemeClr val="tx1"/>
                </a:solidFill>
              </a:rPr>
              <a:t>TFT対数変換の性能</a:t>
            </a:r>
          </a:p>
        </p:txBody>
      </p:sp>
      <p:sp>
        <p:nvSpPr>
          <p:cNvPr id="2" name="TextBox 1">
            <a:extLst>
              <a:ext uri="{FF2B5EF4-FFF2-40B4-BE49-F238E27FC236}">
                <a16:creationId xmlns:a16="http://schemas.microsoft.com/office/drawing/2014/main" id="{5A339ADC-71AE-DDA7-81E8-D6BF91E29F59}"/>
              </a:ext>
            </a:extLst>
          </p:cNvPr>
          <p:cNvSpPr txBox="1"/>
          <p:nvPr/>
        </p:nvSpPr>
        <p:spPr>
          <a:xfrm>
            <a:off x="1421343" y="1253973"/>
            <a:ext cx="2430992" cy="3785652"/>
          </a:xfrm>
          <a:prstGeom prst="rect">
            <a:avLst/>
          </a:prstGeom>
          <a:noFill/>
        </p:spPr>
        <p:txBody>
          <a:bodyPr wrap="square" rtlCol="0">
            <a:spAutoFit/>
          </a:bodyPr>
          <a:lstStyle/>
          <a:p>
            <a:r>
              <a:rPr lang="en-US" sz="1050"/>
              <a:t>MSE: 0.5665</a:t>
            </a:r>
          </a:p>
          <a:p>
            <a:r>
              <a:rPr lang="en-US" sz="1050" err="1"/>
              <a:t>abs_error</a:t>
            </a:r>
            <a:r>
              <a:rPr lang="en-US" sz="1050"/>
              <a:t>: 30270.8042</a:t>
            </a:r>
          </a:p>
          <a:p>
            <a:r>
              <a:rPr lang="en-US" sz="1050" err="1"/>
              <a:t>abs_target_sum</a:t>
            </a:r>
            <a:r>
              <a:rPr lang="en-US" sz="1050"/>
              <a:t>: 58923.3727</a:t>
            </a:r>
          </a:p>
          <a:p>
            <a:r>
              <a:rPr lang="en-US" sz="1050" err="1"/>
              <a:t>abs_target_mean</a:t>
            </a:r>
            <a:r>
              <a:rPr lang="en-US" sz="1050"/>
              <a:t>: 1.0158</a:t>
            </a:r>
          </a:p>
          <a:p>
            <a:r>
              <a:rPr lang="en-US" sz="1050" err="1"/>
              <a:t>seasonal_error</a:t>
            </a:r>
            <a:r>
              <a:rPr lang="en-US" sz="1050"/>
              <a:t>: 0.4801</a:t>
            </a:r>
          </a:p>
          <a:p>
            <a:r>
              <a:rPr lang="en-US" sz="1050"/>
              <a:t>MASE: inf</a:t>
            </a:r>
          </a:p>
          <a:p>
            <a:r>
              <a:rPr lang="en-US" sz="1050"/>
              <a:t>MAPE: 0.4771</a:t>
            </a:r>
          </a:p>
          <a:p>
            <a:r>
              <a:rPr lang="en-US" sz="1050" err="1"/>
              <a:t>sMAPE</a:t>
            </a:r>
            <a:r>
              <a:rPr lang="en-US" sz="1050"/>
              <a:t>: 1.0563</a:t>
            </a:r>
          </a:p>
          <a:p>
            <a:r>
              <a:rPr lang="en-US" sz="1050"/>
              <a:t>MSIS: inf</a:t>
            </a:r>
          </a:p>
          <a:p>
            <a:r>
              <a:rPr lang="en-US" sz="1050" err="1"/>
              <a:t>num_masked_target_values</a:t>
            </a:r>
            <a:r>
              <a:rPr lang="en-US" sz="1050"/>
              <a:t>: 0.0000</a:t>
            </a:r>
          </a:p>
          <a:p>
            <a:r>
              <a:rPr lang="en-US" sz="1050" err="1"/>
              <a:t>QuantileLoss</a:t>
            </a:r>
            <a:r>
              <a:rPr lang="en-US" sz="1050"/>
              <a:t>[0.1]: 10739.4286</a:t>
            </a:r>
          </a:p>
          <a:p>
            <a:r>
              <a:rPr lang="en-US" sz="1050"/>
              <a:t>Coverage[0.1]: 0.1057</a:t>
            </a:r>
          </a:p>
          <a:p>
            <a:r>
              <a:rPr lang="en-US" sz="1050" err="1"/>
              <a:t>QuantileLoss</a:t>
            </a:r>
            <a:r>
              <a:rPr lang="en-US" sz="1050"/>
              <a:t>[0.2]: 18419.4137</a:t>
            </a:r>
          </a:p>
          <a:p>
            <a:r>
              <a:rPr lang="en-US" sz="1050"/>
              <a:t>Coverage[0.2]: 0.2189</a:t>
            </a:r>
          </a:p>
          <a:p>
            <a:r>
              <a:rPr lang="en-US" sz="1050" err="1"/>
              <a:t>QuantileLoss</a:t>
            </a:r>
            <a:r>
              <a:rPr lang="en-US" sz="1050"/>
              <a:t>[0.3]: 24198.9619</a:t>
            </a:r>
          </a:p>
          <a:p>
            <a:r>
              <a:rPr lang="en-US" sz="1050"/>
              <a:t>Coverage[0.3]: 0.3132</a:t>
            </a:r>
          </a:p>
          <a:p>
            <a:r>
              <a:rPr lang="en-US" sz="1050" err="1"/>
              <a:t>QuantileLoss</a:t>
            </a:r>
            <a:r>
              <a:rPr lang="en-US" sz="1050"/>
              <a:t>[0.4]: 28195.0255</a:t>
            </a:r>
          </a:p>
          <a:p>
            <a:r>
              <a:rPr lang="en-US" sz="1050"/>
              <a:t>Coverage[0.4]: 0.3869</a:t>
            </a:r>
          </a:p>
          <a:p>
            <a:r>
              <a:rPr lang="en-US" sz="1050" err="1"/>
              <a:t>QuantileLoss</a:t>
            </a:r>
            <a:r>
              <a:rPr lang="en-US" sz="1050"/>
              <a:t>[0.5]: 30270.8041</a:t>
            </a:r>
          </a:p>
          <a:p>
            <a:r>
              <a:rPr lang="en-US" sz="1050"/>
              <a:t>Coverage[0.5]: 0.5025</a:t>
            </a:r>
          </a:p>
          <a:p>
            <a:r>
              <a:rPr lang="en-US" sz="1050" err="1"/>
              <a:t>QuantileLoss</a:t>
            </a:r>
            <a:r>
              <a:rPr lang="en-US" sz="1050"/>
              <a:t>[0.6]: 30506.2312</a:t>
            </a:r>
          </a:p>
          <a:p>
            <a:r>
              <a:rPr lang="en-US" sz="1050"/>
              <a:t>Coverage[0.6]: 0.6019</a:t>
            </a:r>
          </a:p>
          <a:p>
            <a:endParaRPr lang="en-US" sz="800"/>
          </a:p>
        </p:txBody>
      </p:sp>
      <p:sp>
        <p:nvSpPr>
          <p:cNvPr id="5" name="TextBox 4">
            <a:extLst>
              <a:ext uri="{FF2B5EF4-FFF2-40B4-BE49-F238E27FC236}">
                <a16:creationId xmlns:a16="http://schemas.microsoft.com/office/drawing/2014/main" id="{6614B2F4-1044-1DE8-BB97-402E6B367E61}"/>
              </a:ext>
            </a:extLst>
          </p:cNvPr>
          <p:cNvSpPr txBox="1"/>
          <p:nvPr/>
        </p:nvSpPr>
        <p:spPr>
          <a:xfrm>
            <a:off x="4851400" y="1253973"/>
            <a:ext cx="2430992" cy="3808735"/>
          </a:xfrm>
          <a:prstGeom prst="rect">
            <a:avLst/>
          </a:prstGeom>
          <a:noFill/>
        </p:spPr>
        <p:txBody>
          <a:bodyPr wrap="square" rtlCol="0">
            <a:spAutoFit/>
          </a:bodyPr>
          <a:lstStyle/>
          <a:p>
            <a:r>
              <a:rPr lang="en-US" sz="1050" err="1"/>
              <a:t>QuantileLoss</a:t>
            </a:r>
            <a:r>
              <a:rPr lang="en-US" sz="1050"/>
              <a:t>[0.7]: 28687.0630</a:t>
            </a:r>
          </a:p>
          <a:p>
            <a:r>
              <a:rPr lang="en-US" sz="1050"/>
              <a:t>Coverage[0.7]: 0.6904</a:t>
            </a:r>
          </a:p>
          <a:p>
            <a:r>
              <a:rPr lang="en-US" sz="1050" err="1"/>
              <a:t>QuantileLoss</a:t>
            </a:r>
            <a:r>
              <a:rPr lang="en-US" sz="1050"/>
              <a:t>[0.8]: 24616.3711</a:t>
            </a:r>
          </a:p>
          <a:p>
            <a:r>
              <a:rPr lang="en-US" sz="1050"/>
              <a:t>Coverage[0.8]: 0.7700</a:t>
            </a:r>
          </a:p>
          <a:p>
            <a:r>
              <a:rPr lang="en-US" sz="1050" err="1"/>
              <a:t>QuantileLoss</a:t>
            </a:r>
            <a:r>
              <a:rPr lang="en-US" sz="1050"/>
              <a:t>[0.9]: 17219.2771</a:t>
            </a:r>
          </a:p>
          <a:p>
            <a:r>
              <a:rPr lang="en-US" sz="1050"/>
              <a:t>Coverage[0.9]: 0.8654</a:t>
            </a:r>
          </a:p>
          <a:p>
            <a:r>
              <a:rPr lang="en-US" sz="1050"/>
              <a:t>RMSE: 0.7527</a:t>
            </a:r>
          </a:p>
          <a:p>
            <a:r>
              <a:rPr lang="en-US" sz="1050"/>
              <a:t>NRMSE: 0.7409</a:t>
            </a:r>
          </a:p>
          <a:p>
            <a:r>
              <a:rPr lang="en-US" sz="1050"/>
              <a:t>ND: 0.5137</a:t>
            </a:r>
          </a:p>
          <a:p>
            <a:r>
              <a:rPr lang="en-US" sz="1050" err="1"/>
              <a:t>wQuantileLoss</a:t>
            </a:r>
            <a:r>
              <a:rPr lang="en-US" sz="1050"/>
              <a:t>[0.1]: 0.1823</a:t>
            </a:r>
          </a:p>
          <a:p>
            <a:r>
              <a:rPr lang="en-US" sz="1050" err="1"/>
              <a:t>wQuantileLoss</a:t>
            </a:r>
            <a:r>
              <a:rPr lang="en-US" sz="1050"/>
              <a:t>[0.2]: 0.3126</a:t>
            </a:r>
          </a:p>
          <a:p>
            <a:r>
              <a:rPr lang="en-US" sz="1050" err="1"/>
              <a:t>wQuantileLoss</a:t>
            </a:r>
            <a:r>
              <a:rPr lang="en-US" sz="1050"/>
              <a:t>[0.3]: 0.4107</a:t>
            </a:r>
          </a:p>
          <a:p>
            <a:r>
              <a:rPr lang="en-US" sz="1050" err="1"/>
              <a:t>wQuantileLoss</a:t>
            </a:r>
            <a:r>
              <a:rPr lang="en-US" sz="1050"/>
              <a:t>[0.4]: 0.4785</a:t>
            </a:r>
          </a:p>
          <a:p>
            <a:r>
              <a:rPr lang="en-US" sz="1050" err="1"/>
              <a:t>wQuantileLoss</a:t>
            </a:r>
            <a:r>
              <a:rPr lang="en-US" sz="1050"/>
              <a:t>[0.5]: 0.5137</a:t>
            </a:r>
          </a:p>
          <a:p>
            <a:r>
              <a:rPr lang="en-US" sz="1050" err="1"/>
              <a:t>wQuantileLoss</a:t>
            </a:r>
            <a:r>
              <a:rPr lang="en-US" sz="1050"/>
              <a:t>[0.6]: 0.5177</a:t>
            </a:r>
          </a:p>
          <a:p>
            <a:r>
              <a:rPr lang="en-US" sz="1050" err="1"/>
              <a:t>wQuantileLoss</a:t>
            </a:r>
            <a:r>
              <a:rPr lang="en-US" sz="1050"/>
              <a:t>[0.7]: 0.4869</a:t>
            </a:r>
          </a:p>
          <a:p>
            <a:r>
              <a:rPr lang="en-US" sz="1050" err="1"/>
              <a:t>wQuantileLoss</a:t>
            </a:r>
            <a:r>
              <a:rPr lang="en-US" sz="1050"/>
              <a:t>[0.8]: 0.4178</a:t>
            </a:r>
          </a:p>
          <a:p>
            <a:r>
              <a:rPr lang="en-US" sz="1050" err="1"/>
              <a:t>wQuantileLoss</a:t>
            </a:r>
            <a:r>
              <a:rPr lang="en-US" sz="1050"/>
              <a:t>[0.9]: 0.2922</a:t>
            </a:r>
          </a:p>
          <a:p>
            <a:r>
              <a:rPr lang="en-US" sz="1050" err="1"/>
              <a:t>mean_absolute_QuantileLoss</a:t>
            </a:r>
            <a:r>
              <a:rPr lang="en-US" sz="1050"/>
              <a:t>: 23650.2863</a:t>
            </a:r>
          </a:p>
          <a:p>
            <a:r>
              <a:rPr lang="en-US" sz="1050" err="1"/>
              <a:t>mean_wQuantileLoss</a:t>
            </a:r>
            <a:r>
              <a:rPr lang="en-US" sz="1050"/>
              <a:t>: 0.4014</a:t>
            </a:r>
          </a:p>
          <a:p>
            <a:r>
              <a:rPr lang="en-US" sz="1050" err="1"/>
              <a:t>MAE_Coverage</a:t>
            </a:r>
            <a:r>
              <a:rPr lang="en-US" sz="1050"/>
              <a:t>: 0.3731</a:t>
            </a:r>
          </a:p>
          <a:p>
            <a:r>
              <a:rPr lang="en-US" sz="1050"/>
              <a:t>OWA: nan</a:t>
            </a:r>
          </a:p>
        </p:txBody>
      </p:sp>
      <p:sp>
        <p:nvSpPr>
          <p:cNvPr id="4" name="スライド番号プレースホルダー 1">
            <a:extLst>
              <a:ext uri="{FF2B5EF4-FFF2-40B4-BE49-F238E27FC236}">
                <a16:creationId xmlns:a16="http://schemas.microsoft.com/office/drawing/2014/main" id="{0A22C556-A187-9400-DEAA-2C7CFA2E782F}"/>
              </a:ext>
            </a:extLst>
          </p:cNvPr>
          <p:cNvSpPr txBox="1">
            <a:spLocks/>
          </p:cNvSpPr>
          <p:nvPr/>
        </p:nvSpPr>
        <p:spPr>
          <a:xfrm>
            <a:off x="8345421" y="4327957"/>
            <a:ext cx="489000" cy="502500"/>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fld id="{00000000-1234-1234-1234-123412341234}" type="slidenum">
              <a:rPr lang="en" smtClean="0"/>
              <a:pPr/>
              <a:t>30</a:t>
            </a:fld>
            <a:endParaRPr lang="ja-JP" altLang="en-US"/>
          </a:p>
        </p:txBody>
      </p:sp>
    </p:spTree>
    <p:extLst>
      <p:ext uri="{BB962C8B-B14F-4D97-AF65-F5344CB8AC3E}">
        <p14:creationId xmlns:p14="http://schemas.microsoft.com/office/powerpoint/2010/main" val="17119576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B25E42-9CBD-E4C6-DFD5-62D33025E304}"/>
            </a:ext>
          </a:extLst>
        </p:cNvPr>
        <p:cNvGrpSpPr/>
        <p:nvPr/>
      </p:nvGrpSpPr>
      <p:grpSpPr>
        <a:xfrm>
          <a:off x="0" y="0"/>
          <a:ext cx="0" cy="0"/>
          <a:chOff x="0" y="0"/>
          <a:chExt cx="0" cy="0"/>
        </a:xfrm>
      </p:grpSpPr>
      <p:sp>
        <p:nvSpPr>
          <p:cNvPr id="20" name="Rectangle 19">
            <a:extLst>
              <a:ext uri="{FF2B5EF4-FFF2-40B4-BE49-F238E27FC236}">
                <a16:creationId xmlns:a16="http://schemas.microsoft.com/office/drawing/2014/main" id="{DF7C0D27-1AD0-0A99-6874-F98F096ED895}"/>
              </a:ext>
            </a:extLst>
          </p:cNvPr>
          <p:cNvSpPr/>
          <p:nvPr/>
        </p:nvSpPr>
        <p:spPr>
          <a:xfrm>
            <a:off x="650875" y="292100"/>
            <a:ext cx="7334250" cy="84982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JP" sz="4000">
                <a:solidFill>
                  <a:schemeClr val="tx1"/>
                </a:solidFill>
              </a:rPr>
              <a:t>最適な確率分布の選定</a:t>
            </a:r>
          </a:p>
        </p:txBody>
      </p:sp>
      <p:pic>
        <p:nvPicPr>
          <p:cNvPr id="5" name="Picture 4" descr="A graph with numbers and lines&#10;&#10;AI-generated content may be incorrect.">
            <a:extLst>
              <a:ext uri="{FF2B5EF4-FFF2-40B4-BE49-F238E27FC236}">
                <a16:creationId xmlns:a16="http://schemas.microsoft.com/office/drawing/2014/main" id="{06CAB3DB-D45E-EB28-9279-1D86B15ABB38}"/>
              </a:ext>
            </a:extLst>
          </p:cNvPr>
          <p:cNvPicPr>
            <a:picLocks noChangeAspect="1"/>
          </p:cNvPicPr>
          <p:nvPr/>
        </p:nvPicPr>
        <p:blipFill>
          <a:blip r:embed="rId3"/>
          <a:stretch>
            <a:fillRect/>
          </a:stretch>
        </p:blipFill>
        <p:spPr>
          <a:xfrm>
            <a:off x="396197" y="1996840"/>
            <a:ext cx="4975316" cy="2985190"/>
          </a:xfrm>
          <a:prstGeom prst="rect">
            <a:avLst/>
          </a:prstGeom>
        </p:spPr>
      </p:pic>
      <p:pic>
        <p:nvPicPr>
          <p:cNvPr id="7" name="Picture 6" descr="A graph with a red line&#10;&#10;AI-generated content may be incorrect.">
            <a:extLst>
              <a:ext uri="{FF2B5EF4-FFF2-40B4-BE49-F238E27FC236}">
                <a16:creationId xmlns:a16="http://schemas.microsoft.com/office/drawing/2014/main" id="{3F2E5B8E-2F00-54CE-AC21-DBC6ED152064}"/>
              </a:ext>
            </a:extLst>
          </p:cNvPr>
          <p:cNvPicPr>
            <a:picLocks noChangeAspect="1"/>
          </p:cNvPicPr>
          <p:nvPr/>
        </p:nvPicPr>
        <p:blipFill>
          <a:blip r:embed="rId4"/>
          <a:stretch>
            <a:fillRect/>
          </a:stretch>
        </p:blipFill>
        <p:spPr>
          <a:xfrm>
            <a:off x="5455314" y="1689541"/>
            <a:ext cx="3292489" cy="3292489"/>
          </a:xfrm>
          <a:prstGeom prst="rect">
            <a:avLst/>
          </a:prstGeom>
        </p:spPr>
      </p:pic>
      <p:sp>
        <p:nvSpPr>
          <p:cNvPr id="8" name="TextBox 7">
            <a:extLst>
              <a:ext uri="{FF2B5EF4-FFF2-40B4-BE49-F238E27FC236}">
                <a16:creationId xmlns:a16="http://schemas.microsoft.com/office/drawing/2014/main" id="{3818A1E3-56A3-6C86-B4C5-051C03C97997}"/>
              </a:ext>
            </a:extLst>
          </p:cNvPr>
          <p:cNvSpPr txBox="1"/>
          <p:nvPr/>
        </p:nvSpPr>
        <p:spPr>
          <a:xfrm>
            <a:off x="650875" y="1486297"/>
            <a:ext cx="3398611" cy="400110"/>
          </a:xfrm>
          <a:prstGeom prst="rect">
            <a:avLst/>
          </a:prstGeom>
          <a:noFill/>
        </p:spPr>
        <p:txBody>
          <a:bodyPr wrap="square" rtlCol="0">
            <a:spAutoFit/>
          </a:bodyPr>
          <a:lstStyle/>
          <a:p>
            <a:r>
              <a:rPr lang="en-JP" sz="2000"/>
              <a:t>original</a:t>
            </a:r>
          </a:p>
        </p:txBody>
      </p:sp>
      <p:sp>
        <p:nvSpPr>
          <p:cNvPr id="2" name="スライド番号プレースホルダー 1">
            <a:extLst>
              <a:ext uri="{FF2B5EF4-FFF2-40B4-BE49-F238E27FC236}">
                <a16:creationId xmlns:a16="http://schemas.microsoft.com/office/drawing/2014/main" id="{8FFE4B8D-337D-AC5F-6571-41D32568D03E}"/>
              </a:ext>
            </a:extLst>
          </p:cNvPr>
          <p:cNvSpPr txBox="1">
            <a:spLocks/>
          </p:cNvSpPr>
          <p:nvPr/>
        </p:nvSpPr>
        <p:spPr>
          <a:xfrm>
            <a:off x="8345421" y="4327957"/>
            <a:ext cx="489000" cy="502500"/>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fld id="{00000000-1234-1234-1234-123412341234}" type="slidenum">
              <a:rPr lang="en" smtClean="0"/>
              <a:pPr/>
              <a:t>31</a:t>
            </a:fld>
            <a:endParaRPr lang="ja-JP" altLang="en-US"/>
          </a:p>
        </p:txBody>
      </p:sp>
    </p:spTree>
    <p:extLst>
      <p:ext uri="{BB962C8B-B14F-4D97-AF65-F5344CB8AC3E}">
        <p14:creationId xmlns:p14="http://schemas.microsoft.com/office/powerpoint/2010/main" val="324868433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064488-4FC6-355E-D70B-D8242C540613}"/>
            </a:ext>
          </a:extLst>
        </p:cNvPr>
        <p:cNvGrpSpPr/>
        <p:nvPr/>
      </p:nvGrpSpPr>
      <p:grpSpPr>
        <a:xfrm>
          <a:off x="0" y="0"/>
          <a:ext cx="0" cy="0"/>
          <a:chOff x="0" y="0"/>
          <a:chExt cx="0" cy="0"/>
        </a:xfrm>
      </p:grpSpPr>
      <p:sp>
        <p:nvSpPr>
          <p:cNvPr id="20" name="Rectangle 19">
            <a:extLst>
              <a:ext uri="{FF2B5EF4-FFF2-40B4-BE49-F238E27FC236}">
                <a16:creationId xmlns:a16="http://schemas.microsoft.com/office/drawing/2014/main" id="{470F392B-84D9-2D7D-6C3D-46501EA7B02A}"/>
              </a:ext>
            </a:extLst>
          </p:cNvPr>
          <p:cNvSpPr/>
          <p:nvPr/>
        </p:nvSpPr>
        <p:spPr>
          <a:xfrm>
            <a:off x="650875" y="292100"/>
            <a:ext cx="7334250" cy="84982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JP" sz="4000">
                <a:solidFill>
                  <a:schemeClr val="tx1"/>
                </a:solidFill>
              </a:rPr>
              <a:t>最適な確率分布の選定</a:t>
            </a:r>
          </a:p>
        </p:txBody>
      </p:sp>
      <p:sp>
        <p:nvSpPr>
          <p:cNvPr id="8" name="TextBox 7">
            <a:extLst>
              <a:ext uri="{FF2B5EF4-FFF2-40B4-BE49-F238E27FC236}">
                <a16:creationId xmlns:a16="http://schemas.microsoft.com/office/drawing/2014/main" id="{4B2969AA-FF29-E508-986C-7B95C638EF23}"/>
              </a:ext>
            </a:extLst>
          </p:cNvPr>
          <p:cNvSpPr txBox="1"/>
          <p:nvPr/>
        </p:nvSpPr>
        <p:spPr>
          <a:xfrm>
            <a:off x="650875" y="1486297"/>
            <a:ext cx="3398611" cy="400110"/>
          </a:xfrm>
          <a:prstGeom prst="rect">
            <a:avLst/>
          </a:prstGeom>
          <a:noFill/>
        </p:spPr>
        <p:txBody>
          <a:bodyPr wrap="square" rtlCol="0">
            <a:spAutoFit/>
          </a:bodyPr>
          <a:lstStyle/>
          <a:p>
            <a:r>
              <a:rPr lang="en-US" sz="2000" err="1"/>
              <a:t>冪乗</a:t>
            </a:r>
            <a:r>
              <a:rPr lang="en-JP" sz="2000"/>
              <a:t>変換</a:t>
            </a:r>
          </a:p>
        </p:txBody>
      </p:sp>
      <p:pic>
        <p:nvPicPr>
          <p:cNvPr id="3" name="Picture 2" descr="A graph with numbers and lines&#10;&#10;AI-generated content may be incorrect.">
            <a:extLst>
              <a:ext uri="{FF2B5EF4-FFF2-40B4-BE49-F238E27FC236}">
                <a16:creationId xmlns:a16="http://schemas.microsoft.com/office/drawing/2014/main" id="{22A5E521-4569-83C5-1193-0EDE2CFCE96F}"/>
              </a:ext>
            </a:extLst>
          </p:cNvPr>
          <p:cNvPicPr>
            <a:picLocks noChangeAspect="1"/>
          </p:cNvPicPr>
          <p:nvPr/>
        </p:nvPicPr>
        <p:blipFill>
          <a:blip r:embed="rId3"/>
          <a:stretch>
            <a:fillRect/>
          </a:stretch>
        </p:blipFill>
        <p:spPr>
          <a:xfrm>
            <a:off x="396197" y="1996840"/>
            <a:ext cx="4757600" cy="2854560"/>
          </a:xfrm>
          <a:prstGeom prst="rect">
            <a:avLst/>
          </a:prstGeom>
        </p:spPr>
      </p:pic>
      <p:pic>
        <p:nvPicPr>
          <p:cNvPr id="6" name="Picture 5" descr="A graph of a graph with a red line&#10;&#10;AI-generated content may be incorrect.">
            <a:extLst>
              <a:ext uri="{FF2B5EF4-FFF2-40B4-BE49-F238E27FC236}">
                <a16:creationId xmlns:a16="http://schemas.microsoft.com/office/drawing/2014/main" id="{EA435A16-9E39-B4E7-9112-4C15C39A2B71}"/>
              </a:ext>
            </a:extLst>
          </p:cNvPr>
          <p:cNvPicPr>
            <a:picLocks noChangeAspect="1"/>
          </p:cNvPicPr>
          <p:nvPr/>
        </p:nvPicPr>
        <p:blipFill>
          <a:blip r:embed="rId4"/>
          <a:stretch>
            <a:fillRect/>
          </a:stretch>
        </p:blipFill>
        <p:spPr>
          <a:xfrm>
            <a:off x="5582755" y="1686352"/>
            <a:ext cx="3165048" cy="3165048"/>
          </a:xfrm>
          <a:prstGeom prst="rect">
            <a:avLst/>
          </a:prstGeom>
        </p:spPr>
      </p:pic>
      <p:sp>
        <p:nvSpPr>
          <p:cNvPr id="2" name="スライド番号プレースホルダー 1">
            <a:extLst>
              <a:ext uri="{FF2B5EF4-FFF2-40B4-BE49-F238E27FC236}">
                <a16:creationId xmlns:a16="http://schemas.microsoft.com/office/drawing/2014/main" id="{CEF39EA0-D22F-D742-0E51-A81A72467143}"/>
              </a:ext>
            </a:extLst>
          </p:cNvPr>
          <p:cNvSpPr txBox="1">
            <a:spLocks/>
          </p:cNvSpPr>
          <p:nvPr/>
        </p:nvSpPr>
        <p:spPr>
          <a:xfrm>
            <a:off x="8345421" y="4327957"/>
            <a:ext cx="489000" cy="502500"/>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fld id="{00000000-1234-1234-1234-123412341234}" type="slidenum">
              <a:rPr lang="en" smtClean="0"/>
              <a:pPr/>
              <a:t>32</a:t>
            </a:fld>
            <a:endParaRPr lang="ja-JP" altLang="en-US"/>
          </a:p>
        </p:txBody>
      </p:sp>
    </p:spTree>
    <p:extLst>
      <p:ext uri="{BB962C8B-B14F-4D97-AF65-F5344CB8AC3E}">
        <p14:creationId xmlns:p14="http://schemas.microsoft.com/office/powerpoint/2010/main" val="58115357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832D13-D829-9F48-7565-E66CE9CB923E}"/>
            </a:ext>
          </a:extLst>
        </p:cNvPr>
        <p:cNvGrpSpPr/>
        <p:nvPr/>
      </p:nvGrpSpPr>
      <p:grpSpPr>
        <a:xfrm>
          <a:off x="0" y="0"/>
          <a:ext cx="0" cy="0"/>
          <a:chOff x="0" y="0"/>
          <a:chExt cx="0" cy="0"/>
        </a:xfrm>
      </p:grpSpPr>
      <p:sp>
        <p:nvSpPr>
          <p:cNvPr id="20" name="Rectangle 19">
            <a:extLst>
              <a:ext uri="{FF2B5EF4-FFF2-40B4-BE49-F238E27FC236}">
                <a16:creationId xmlns:a16="http://schemas.microsoft.com/office/drawing/2014/main" id="{632BC3DF-D953-14C8-7431-D63E9F5B43D3}"/>
              </a:ext>
            </a:extLst>
          </p:cNvPr>
          <p:cNvSpPr/>
          <p:nvPr/>
        </p:nvSpPr>
        <p:spPr>
          <a:xfrm>
            <a:off x="650875" y="292100"/>
            <a:ext cx="7334250" cy="84982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JP" sz="4000">
                <a:solidFill>
                  <a:schemeClr val="tx1"/>
                </a:solidFill>
              </a:rPr>
              <a:t>最適な確率分布の選定</a:t>
            </a:r>
          </a:p>
        </p:txBody>
      </p:sp>
      <p:sp>
        <p:nvSpPr>
          <p:cNvPr id="8" name="TextBox 7">
            <a:extLst>
              <a:ext uri="{FF2B5EF4-FFF2-40B4-BE49-F238E27FC236}">
                <a16:creationId xmlns:a16="http://schemas.microsoft.com/office/drawing/2014/main" id="{83301EAC-6B40-67DA-0A66-5AB27ECEFDE6}"/>
              </a:ext>
            </a:extLst>
          </p:cNvPr>
          <p:cNvSpPr txBox="1"/>
          <p:nvPr/>
        </p:nvSpPr>
        <p:spPr>
          <a:xfrm>
            <a:off x="650875" y="1486297"/>
            <a:ext cx="3398611" cy="400110"/>
          </a:xfrm>
          <a:prstGeom prst="rect">
            <a:avLst/>
          </a:prstGeom>
          <a:noFill/>
        </p:spPr>
        <p:txBody>
          <a:bodyPr wrap="square" rtlCol="0">
            <a:spAutoFit/>
          </a:bodyPr>
          <a:lstStyle/>
          <a:p>
            <a:r>
              <a:rPr lang="en-US" sz="2000" err="1"/>
              <a:t>シフト</a:t>
            </a:r>
            <a:r>
              <a:rPr lang="en-US" sz="2000"/>
              <a:t>(+e)</a:t>
            </a:r>
            <a:r>
              <a:rPr lang="en-US" sz="2000" err="1"/>
              <a:t>変換</a:t>
            </a:r>
            <a:endParaRPr lang="en-JP" sz="2000"/>
          </a:p>
        </p:txBody>
      </p:sp>
      <p:pic>
        <p:nvPicPr>
          <p:cNvPr id="4" name="Picture 3" descr="A graph of distribution of pos&#10;&#10;AI-generated content may be incorrect.">
            <a:extLst>
              <a:ext uri="{FF2B5EF4-FFF2-40B4-BE49-F238E27FC236}">
                <a16:creationId xmlns:a16="http://schemas.microsoft.com/office/drawing/2014/main" id="{41A6530A-5BC2-2879-9C5B-005E36891913}"/>
              </a:ext>
            </a:extLst>
          </p:cNvPr>
          <p:cNvPicPr>
            <a:picLocks noChangeAspect="1"/>
          </p:cNvPicPr>
          <p:nvPr/>
        </p:nvPicPr>
        <p:blipFill>
          <a:blip r:embed="rId3"/>
          <a:stretch>
            <a:fillRect/>
          </a:stretch>
        </p:blipFill>
        <p:spPr>
          <a:xfrm>
            <a:off x="396197" y="1886407"/>
            <a:ext cx="4757600" cy="2854560"/>
          </a:xfrm>
          <a:prstGeom prst="rect">
            <a:avLst/>
          </a:prstGeom>
        </p:spPr>
      </p:pic>
      <p:pic>
        <p:nvPicPr>
          <p:cNvPr id="7" name="Picture 6" descr="A diagram of a graph&#10;&#10;AI-generated content may be incorrect.">
            <a:extLst>
              <a:ext uri="{FF2B5EF4-FFF2-40B4-BE49-F238E27FC236}">
                <a16:creationId xmlns:a16="http://schemas.microsoft.com/office/drawing/2014/main" id="{6AEC9AD8-8EE2-8298-411E-29AFD40D8C1E}"/>
              </a:ext>
            </a:extLst>
          </p:cNvPr>
          <p:cNvPicPr>
            <a:picLocks noChangeAspect="1"/>
          </p:cNvPicPr>
          <p:nvPr/>
        </p:nvPicPr>
        <p:blipFill>
          <a:blip r:embed="rId4"/>
          <a:stretch>
            <a:fillRect/>
          </a:stretch>
        </p:blipFill>
        <p:spPr>
          <a:xfrm>
            <a:off x="5408475" y="1782831"/>
            <a:ext cx="3061712" cy="3061712"/>
          </a:xfrm>
          <a:prstGeom prst="rect">
            <a:avLst/>
          </a:prstGeom>
        </p:spPr>
      </p:pic>
      <p:sp>
        <p:nvSpPr>
          <p:cNvPr id="2" name="スライド番号プレースホルダー 1">
            <a:extLst>
              <a:ext uri="{FF2B5EF4-FFF2-40B4-BE49-F238E27FC236}">
                <a16:creationId xmlns:a16="http://schemas.microsoft.com/office/drawing/2014/main" id="{7BE0F9D9-C970-754C-F776-6754CEE10F43}"/>
              </a:ext>
            </a:extLst>
          </p:cNvPr>
          <p:cNvSpPr txBox="1">
            <a:spLocks/>
          </p:cNvSpPr>
          <p:nvPr/>
        </p:nvSpPr>
        <p:spPr>
          <a:xfrm>
            <a:off x="8345421" y="4327957"/>
            <a:ext cx="489000" cy="502500"/>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fld id="{00000000-1234-1234-1234-123412341234}" type="slidenum">
              <a:rPr lang="en" smtClean="0"/>
              <a:pPr/>
              <a:t>33</a:t>
            </a:fld>
            <a:endParaRPr lang="ja-JP" altLang="en-US"/>
          </a:p>
        </p:txBody>
      </p:sp>
    </p:spTree>
    <p:extLst>
      <p:ext uri="{BB962C8B-B14F-4D97-AF65-F5344CB8AC3E}">
        <p14:creationId xmlns:p14="http://schemas.microsoft.com/office/powerpoint/2010/main" val="6248003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B7E5C6-70BB-AEA7-CCA0-FCA59A321C1D}"/>
            </a:ext>
          </a:extLst>
        </p:cNvPr>
        <p:cNvGrpSpPr/>
        <p:nvPr/>
      </p:nvGrpSpPr>
      <p:grpSpPr>
        <a:xfrm>
          <a:off x="0" y="0"/>
          <a:ext cx="0" cy="0"/>
          <a:chOff x="0" y="0"/>
          <a:chExt cx="0" cy="0"/>
        </a:xfrm>
      </p:grpSpPr>
      <p:sp>
        <p:nvSpPr>
          <p:cNvPr id="20" name="Rectangle 19">
            <a:extLst>
              <a:ext uri="{FF2B5EF4-FFF2-40B4-BE49-F238E27FC236}">
                <a16:creationId xmlns:a16="http://schemas.microsoft.com/office/drawing/2014/main" id="{C6C6FED3-1B3F-2F2A-12BF-C51C1E8407F4}"/>
              </a:ext>
            </a:extLst>
          </p:cNvPr>
          <p:cNvSpPr/>
          <p:nvPr/>
        </p:nvSpPr>
        <p:spPr>
          <a:xfrm>
            <a:off x="650875" y="292100"/>
            <a:ext cx="7334250" cy="84982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JP" sz="4000">
                <a:solidFill>
                  <a:schemeClr val="tx1"/>
                </a:solidFill>
              </a:rPr>
              <a:t>最適な確率分布の選定</a:t>
            </a:r>
          </a:p>
        </p:txBody>
      </p:sp>
      <p:sp>
        <p:nvSpPr>
          <p:cNvPr id="8" name="TextBox 7">
            <a:extLst>
              <a:ext uri="{FF2B5EF4-FFF2-40B4-BE49-F238E27FC236}">
                <a16:creationId xmlns:a16="http://schemas.microsoft.com/office/drawing/2014/main" id="{D8ABE43C-D4B2-12DB-2050-7173A7478E2A}"/>
              </a:ext>
            </a:extLst>
          </p:cNvPr>
          <p:cNvSpPr txBox="1"/>
          <p:nvPr/>
        </p:nvSpPr>
        <p:spPr>
          <a:xfrm>
            <a:off x="650875" y="1486297"/>
            <a:ext cx="3398611" cy="400110"/>
          </a:xfrm>
          <a:prstGeom prst="rect">
            <a:avLst/>
          </a:prstGeom>
          <a:noFill/>
        </p:spPr>
        <p:txBody>
          <a:bodyPr wrap="square" rtlCol="0">
            <a:spAutoFit/>
          </a:bodyPr>
          <a:lstStyle/>
          <a:p>
            <a:r>
              <a:rPr lang="en-US" sz="2000" err="1"/>
              <a:t>対数変換</a:t>
            </a:r>
            <a:r>
              <a:rPr lang="en-US" sz="2000"/>
              <a:t> (+e)</a:t>
            </a:r>
            <a:endParaRPr lang="en-JP" sz="2000"/>
          </a:p>
        </p:txBody>
      </p:sp>
      <p:pic>
        <p:nvPicPr>
          <p:cNvPr id="10" name="Picture 9" descr="A graph with colored lines and numbers&#10;&#10;AI-generated content may be incorrect.">
            <a:extLst>
              <a:ext uri="{FF2B5EF4-FFF2-40B4-BE49-F238E27FC236}">
                <a16:creationId xmlns:a16="http://schemas.microsoft.com/office/drawing/2014/main" id="{31C559B7-2259-02D5-F9CC-3263AF4DC352}"/>
              </a:ext>
            </a:extLst>
          </p:cNvPr>
          <p:cNvPicPr>
            <a:picLocks noChangeAspect="1"/>
          </p:cNvPicPr>
          <p:nvPr/>
        </p:nvPicPr>
        <p:blipFill>
          <a:blip r:embed="rId3"/>
          <a:stretch>
            <a:fillRect/>
          </a:stretch>
        </p:blipFill>
        <p:spPr>
          <a:xfrm>
            <a:off x="336916" y="1886407"/>
            <a:ext cx="4757600" cy="2854560"/>
          </a:xfrm>
          <a:prstGeom prst="rect">
            <a:avLst/>
          </a:prstGeom>
        </p:spPr>
      </p:pic>
      <p:pic>
        <p:nvPicPr>
          <p:cNvPr id="12" name="Picture 11" descr="A graph with a red line&#10;&#10;AI-generated content may be incorrect.">
            <a:extLst>
              <a:ext uri="{FF2B5EF4-FFF2-40B4-BE49-F238E27FC236}">
                <a16:creationId xmlns:a16="http://schemas.microsoft.com/office/drawing/2014/main" id="{1E0CAF30-81B0-813A-7CC5-412C8BE9039E}"/>
              </a:ext>
            </a:extLst>
          </p:cNvPr>
          <p:cNvPicPr>
            <a:picLocks noChangeAspect="1"/>
          </p:cNvPicPr>
          <p:nvPr/>
        </p:nvPicPr>
        <p:blipFill>
          <a:blip r:embed="rId4"/>
          <a:stretch>
            <a:fillRect/>
          </a:stretch>
        </p:blipFill>
        <p:spPr>
          <a:xfrm>
            <a:off x="5555839" y="1886407"/>
            <a:ext cx="2937286" cy="2937286"/>
          </a:xfrm>
          <a:prstGeom prst="rect">
            <a:avLst/>
          </a:prstGeom>
        </p:spPr>
      </p:pic>
      <p:sp>
        <p:nvSpPr>
          <p:cNvPr id="2" name="スライド番号プレースホルダー 1">
            <a:extLst>
              <a:ext uri="{FF2B5EF4-FFF2-40B4-BE49-F238E27FC236}">
                <a16:creationId xmlns:a16="http://schemas.microsoft.com/office/drawing/2014/main" id="{381D8988-69BF-9BF4-28D4-EDD0F64E9F14}"/>
              </a:ext>
            </a:extLst>
          </p:cNvPr>
          <p:cNvSpPr txBox="1">
            <a:spLocks/>
          </p:cNvSpPr>
          <p:nvPr/>
        </p:nvSpPr>
        <p:spPr>
          <a:xfrm>
            <a:off x="8345421" y="4327957"/>
            <a:ext cx="489000" cy="502500"/>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fld id="{00000000-1234-1234-1234-123412341234}" type="slidenum">
              <a:rPr lang="en" smtClean="0"/>
              <a:pPr/>
              <a:t>34</a:t>
            </a:fld>
            <a:endParaRPr lang="ja-JP" altLang="en-US"/>
          </a:p>
        </p:txBody>
      </p:sp>
    </p:spTree>
    <p:extLst>
      <p:ext uri="{BB962C8B-B14F-4D97-AF65-F5344CB8AC3E}">
        <p14:creationId xmlns:p14="http://schemas.microsoft.com/office/powerpoint/2010/main" val="386690659"/>
      </p:ext>
    </p:extLst>
  </p:cSld>
  <p:clrMapOvr>
    <a:masterClrMapping/>
  </p:clrMapOvr>
</p:sld>
</file>

<file path=ppt/theme/theme1.xml><?xml version="1.0" encoding="utf-8"?>
<a:theme xmlns:a="http://schemas.openxmlformats.org/drawingml/2006/main" name="Options Proposal">
  <a:themeElements>
    <a:clrScheme name="Simple Light">
      <a:dk1>
        <a:srgbClr val="1D1D1D"/>
      </a:dk1>
      <a:lt1>
        <a:srgbClr val="FFFFF0"/>
      </a:lt1>
      <a:dk2>
        <a:srgbClr val="51BD85"/>
      </a:dk2>
      <a:lt2>
        <a:srgbClr val="FF6652"/>
      </a:lt2>
      <a:accent1>
        <a:srgbClr val="FFE534"/>
      </a:accent1>
      <a:accent2>
        <a:srgbClr val="FFBBDC"/>
      </a:accent2>
      <a:accent3>
        <a:srgbClr val="6AD2E6"/>
      </a:accent3>
      <a:accent4>
        <a:srgbClr val="DBC89F"/>
      </a:accent4>
      <a:accent5>
        <a:srgbClr val="D8E4D6"/>
      </a:accent5>
      <a:accent6>
        <a:srgbClr val="FFFFFF"/>
      </a:accent6>
      <a:hlink>
        <a:srgbClr val="6AD2E6"/>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1655</Words>
  <Application>Microsoft Macintosh PowerPoint</Application>
  <PresentationFormat>On-screen Show (16:9)</PresentationFormat>
  <Paragraphs>405</Paragraphs>
  <Slides>34</Slides>
  <Notes>33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34</vt:i4>
      </vt:variant>
    </vt:vector>
  </HeadingPairs>
  <TitlesOfParts>
    <vt:vector size="40" baseType="lpstr">
      <vt:lpstr>Lexend SemiBold</vt:lpstr>
      <vt:lpstr>Lexend</vt:lpstr>
      <vt:lpstr>ＭＳ Ｐゴシック</vt:lpstr>
      <vt:lpstr>Arial</vt:lpstr>
      <vt:lpstr>Consolas</vt:lpstr>
      <vt:lpstr>Options Proposal</vt:lpstr>
      <vt:lpstr>データ解析コンペ経過発表 Week 10</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付録</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Shunsei NARAHARA</cp:lastModifiedBy>
  <cp:revision>3</cp:revision>
  <dcterms:modified xsi:type="dcterms:W3CDTF">2025-12-14T12:17:03Z</dcterms:modified>
</cp:coreProperties>
</file>